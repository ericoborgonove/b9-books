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nfic.pt/SinficNewsletter/sinfic/Newsletter43/Dossier3.html" TargetMode="External"/><Relationship Id="rId2" Type="http://schemas.openxmlformats.org/officeDocument/2006/relationships/hyperlink" Target="http://www.diveintopython3.net/http-web-servic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tbeans.org/kb/docs/websvc/rest_pt_BR.html" TargetMode="External"/><Relationship Id="rId5" Type="http://schemas.openxmlformats.org/officeDocument/2006/relationships/hyperlink" Target="http://intranet.deei.fct.ualg.pt/DAW/webservices.pdf" TargetMode="External"/><Relationship Id="rId4" Type="http://schemas.openxmlformats.org/officeDocument/2006/relationships/hyperlink" Target="http://www.inf.pucrs.br/~gustavo/disciplinas/sd/material/Artigo_WebServices_Conceitua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Web Services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7858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Arial" panose="020B0604020202020204" pitchFamily="34" charset="0"/>
              </a:rPr>
              <a:t>O que são Web Services?</a:t>
            </a:r>
          </a:p>
        </p:txBody>
      </p:sp>
      <p:sp>
        <p:nvSpPr>
          <p:cNvPr id="3" name="Retângulo 2"/>
          <p:cNvSpPr/>
          <p:nvPr/>
        </p:nvSpPr>
        <p:spPr>
          <a:xfrm>
            <a:off x="1117599" y="2390276"/>
            <a:ext cx="994228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Web </a:t>
            </a:r>
            <a:r>
              <a:rPr lang="pt-BR" sz="2400" dirty="0" err="1"/>
              <a:t>service</a:t>
            </a:r>
            <a:r>
              <a:rPr lang="pt-BR" sz="2400" dirty="0"/>
              <a:t> é uma solução utilizada na integração de sistemas e na comunicação entre aplicações diferentes. </a:t>
            </a:r>
          </a:p>
          <a:p>
            <a:pPr algn="just"/>
            <a:r>
              <a:rPr lang="pt-BR" sz="2400" dirty="0"/>
              <a:t>Com esta tecnologia é possível que novas aplicações possam interagir com aquelas que já existem e que sistemas desenvolvidos em plataformas diferentes sejam compatíveis.</a:t>
            </a:r>
            <a:endParaRPr lang="pt-BR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80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Arial" panose="020B0604020202020204" pitchFamily="34" charset="0"/>
              </a:rPr>
              <a:t>Protocolos Web Services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4293" y="2052918"/>
            <a:ext cx="9999136" cy="4195481"/>
          </a:xfrm>
        </p:spPr>
        <p:txBody>
          <a:bodyPr>
            <a:normAutofit/>
          </a:bodyPr>
          <a:lstStyle/>
          <a:p>
            <a:r>
              <a:rPr lang="pt-BR" dirty="0">
                <a:latin typeface="+mn-lt"/>
                <a:cs typeface="Arial" panose="020B0604020202020204" pitchFamily="34" charset="0"/>
              </a:rPr>
              <a:t>SOAP (Protocolo Simples de Acesso a Objetos)</a:t>
            </a:r>
          </a:p>
          <a:p>
            <a:pPr marL="0" indent="0">
              <a:buNone/>
            </a:pPr>
            <a:endParaRPr lang="pt-BR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dirty="0">
                <a:latin typeface="+mn-lt"/>
                <a:cs typeface="Arial" panose="020B0604020202020204" pitchFamily="34" charset="0"/>
              </a:rPr>
              <a:t>É um protocolo para troca de informações estruturadas em uma plataforma descentralizada e distribuída. Ele se baseia na Linguagem de Marcação Extensível (XML) para seu formato de mensagem, e normalmente baseia-se em outros protocolos da camada de aplicação, mais notavelmente em chamada de procedimento remoto (RPC) e Protocolo de transferência de hipertexto (HTTP), para negociação e transmissão de mensagens. </a:t>
            </a:r>
          </a:p>
        </p:txBody>
      </p:sp>
    </p:spTree>
    <p:extLst>
      <p:ext uri="{BB962C8B-B14F-4D97-AF65-F5344CB8AC3E}">
        <p14:creationId xmlns:p14="http://schemas.microsoft.com/office/powerpoint/2010/main" val="212373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Arial" panose="020B0604020202020204" pitchFamily="34" charset="0"/>
              </a:rPr>
              <a:t>Protocolos Web Services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3312" y="2052918"/>
            <a:ext cx="9985602" cy="4195481"/>
          </a:xfrm>
        </p:spPr>
        <p:txBody>
          <a:bodyPr/>
          <a:lstStyle/>
          <a:p>
            <a:pPr algn="just"/>
            <a:r>
              <a:rPr lang="pt-BR" dirty="0" err="1"/>
              <a:t>RESTful</a:t>
            </a:r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Os Web </a:t>
            </a:r>
            <a:r>
              <a:rPr lang="pt-BR" dirty="0" err="1"/>
              <a:t>services</a:t>
            </a:r>
            <a:r>
              <a:rPr lang="pt-BR" dirty="0"/>
              <a:t> </a:t>
            </a:r>
            <a:r>
              <a:rPr lang="pt-BR" dirty="0" err="1"/>
              <a:t>RESTful</a:t>
            </a:r>
            <a:r>
              <a:rPr lang="pt-BR" dirty="0"/>
              <a:t> são serviços construídos com o estilo de arquitetura REST. A construção de Web </a:t>
            </a:r>
            <a:r>
              <a:rPr lang="pt-BR" dirty="0" err="1"/>
              <a:t>services</a:t>
            </a:r>
            <a:r>
              <a:rPr lang="pt-BR" dirty="0"/>
              <a:t> com a abordagem </a:t>
            </a:r>
            <a:r>
              <a:rPr lang="pt-BR" dirty="0" err="1"/>
              <a:t>RESTful</a:t>
            </a:r>
            <a:r>
              <a:rPr lang="pt-BR" dirty="0"/>
              <a:t> está surgindo como uma alternativa popular ao uso de tecnologias baseadas em SOAP para implantação de serviços na Internet, por ser mais leve e ter a capacidade de transmitir dados diretamente via HTTP.</a:t>
            </a:r>
          </a:p>
        </p:txBody>
      </p:sp>
    </p:spTree>
    <p:extLst>
      <p:ext uri="{BB962C8B-B14F-4D97-AF65-F5344CB8AC3E}">
        <p14:creationId xmlns:p14="http://schemas.microsoft.com/office/powerpoint/2010/main" val="83910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Arial" panose="020B0604020202020204" pitchFamily="34" charset="0"/>
              </a:rPr>
              <a:t>Vantagens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São independentes da plataforma e linguagem de programação;</a:t>
            </a:r>
          </a:p>
          <a:p>
            <a:pPr algn="just"/>
            <a:r>
              <a:rPr lang="pt-BR" dirty="0"/>
              <a:t>São flexíveis, escaláveis e reutilizáveis;</a:t>
            </a:r>
          </a:p>
          <a:p>
            <a:pPr algn="just"/>
            <a:r>
              <a:rPr lang="pt-BR" dirty="0"/>
              <a:t>Reduzem custos;</a:t>
            </a:r>
          </a:p>
          <a:p>
            <a:pPr algn="just"/>
            <a:r>
              <a:rPr lang="pt-BR" dirty="0"/>
              <a:t>Geram novas oportunidades de negócio;</a:t>
            </a:r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027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Desvantagens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3312" y="2052918"/>
            <a:ext cx="10000117" cy="4195481"/>
          </a:xfrm>
        </p:spPr>
        <p:txBody>
          <a:bodyPr/>
          <a:lstStyle/>
          <a:p>
            <a:r>
              <a:rPr lang="pt-BR" dirty="0"/>
              <a:t>Para aplicações críticas, podem ser uma má opção porque sites podem estar vulnerável.</a:t>
            </a:r>
          </a:p>
        </p:txBody>
      </p:sp>
    </p:spTree>
    <p:extLst>
      <p:ext uri="{BB962C8B-B14F-4D97-AF65-F5344CB8AC3E}">
        <p14:creationId xmlns:p14="http://schemas.microsoft.com/office/powerpoint/2010/main" val="3336602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http://www.diveintopython3.net/http-web-services.html</a:t>
            </a:r>
            <a:endParaRPr lang="pt-BR" dirty="0"/>
          </a:p>
          <a:p>
            <a:r>
              <a:rPr lang="pt-BR" dirty="0">
                <a:hlinkClick r:id="rId3"/>
              </a:rPr>
              <a:t>http://www.sinfic.pt/SinficNewsletter//sinfic/Newsletter43/Dossier3.html</a:t>
            </a:r>
            <a:endParaRPr lang="pt-BR" dirty="0"/>
          </a:p>
          <a:p>
            <a:r>
              <a:rPr lang="pt-BR" dirty="0">
                <a:hlinkClick r:id="rId4"/>
              </a:rPr>
              <a:t>http://www.inf.pucrs.br/~gustavo/disciplinas/sd/material/Artigo_WebServices_Conceitual.pdf</a:t>
            </a:r>
            <a:endParaRPr lang="pt-BR" dirty="0"/>
          </a:p>
          <a:p>
            <a:r>
              <a:rPr lang="pt-BR" dirty="0">
                <a:hlinkClick r:id="rId5"/>
              </a:rPr>
              <a:t>http://intranet.deei.fct.ualg.pt/DAW/webservices.pdf</a:t>
            </a:r>
            <a:endParaRPr lang="pt-BR" dirty="0"/>
          </a:p>
          <a:p>
            <a:r>
              <a:rPr lang="pt-BR" dirty="0">
                <a:hlinkClick r:id="rId6"/>
              </a:rPr>
              <a:t>https://netbeans.org/kb/docs/websvc/rest_pt_BR.html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38941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188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Íon</vt:lpstr>
      <vt:lpstr>Web Services</vt:lpstr>
      <vt:lpstr>O que são Web Services?</vt:lpstr>
      <vt:lpstr>Protocolos Web Services</vt:lpstr>
      <vt:lpstr>Protocolos Web Services</vt:lpstr>
      <vt:lpstr>Vantagens</vt:lpstr>
      <vt:lpstr>Desvantagens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Services</dc:title>
  <dc:creator>Adriano Praia</dc:creator>
  <cp:lastModifiedBy>Adriano Praia</cp:lastModifiedBy>
  <cp:revision>24</cp:revision>
  <dcterms:created xsi:type="dcterms:W3CDTF">2016-09-12T17:57:36Z</dcterms:created>
  <dcterms:modified xsi:type="dcterms:W3CDTF">2016-09-20T20:07:39Z</dcterms:modified>
</cp:coreProperties>
</file>