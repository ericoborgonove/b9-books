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Tipologia do Riscos Corporativos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Tipologia do Riscos Corporativos</a:t>
            </a:r>
            <a:endParaRPr lang="pt-BR"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Mapeamento dos ricos</a:t>
            </a:r>
          </a:p>
          <a:p>
            <a:pPr marL="457200" indent="-457200" algn="just">
              <a:lnSpc>
                <a:spcPct val="150000"/>
              </a:lnSpc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OCDE </a:t>
            </a:r>
          </a:p>
          <a:p>
            <a:pPr marL="457200" indent="-457200" algn="just">
              <a:lnSpc>
                <a:spcPct val="150000"/>
              </a:lnSpc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IBGC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Identificação dos riscos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/>
            <a:r>
              <a:rPr lang="pt-BR" sz="2800" dirty="0"/>
              <a:t>Riscos Práticos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Riscos Técnicos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Riscos Desconhecidos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Identificar previamente os riscos e, com isso, afastá-los ou mitigá-los, a empresa aumenta sua credibilidade econômica, financeira e social.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Tipologia do Riscos Corporativos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art. 116 da Lei nº 6.404/1976, parágrafo único:</a:t>
            </a: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“ acionista controlador deve usar o poder com o fim de fazer a companhia realizar o seu objeto e cumprir sua função social, e tem deveres e responsabilidades para com os demais acionistas da empresa, os que nela trabalham e para com a comunidade em que atua, cujos direitos e interesses deve lealmente respeitar e atender.” </a:t>
            </a:r>
            <a:endParaRPr lang="pt-BR" sz="2800" i="1" dirty="0">
              <a:solidFill>
                <a:schemeClr val="tx1"/>
              </a:solidFill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Mapeamento de riscos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 Ferramentas de identificação de riscos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Tipologia de Riscos Corporativos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139</Words>
  <Application>Microsoft Office PowerPoint</Application>
  <PresentationFormat>Widescreen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Tipologia do Riscos Corporativos</vt:lpstr>
      <vt:lpstr>Tipologia do Riscos Corporativos</vt:lpstr>
      <vt:lpstr>Identificação dos riscos</vt:lpstr>
      <vt:lpstr>Tipologia do Riscos Corporativos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2022-06-14T09:41:10Z</dcterms:modified>
</cp:coreProperties>
</file>