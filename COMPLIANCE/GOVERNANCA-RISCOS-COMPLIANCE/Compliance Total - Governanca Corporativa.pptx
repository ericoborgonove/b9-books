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8"/>
  </p:notesMasterIdLst>
  <p:sldIdLst>
    <p:sldId id="256" r:id="rId2"/>
    <p:sldId id="257" r:id="rId3"/>
    <p:sldId id="258" r:id="rId4"/>
    <p:sldId id="259" r:id="rId5"/>
    <p:sldId id="260" r:id="rId6"/>
    <p:sldId id="261" r:id="rId7"/>
    <p:sldId id="263" r:id="rId8"/>
    <p:sldId id="264" r:id="rId9"/>
    <p:sldId id="265" r:id="rId10"/>
    <p:sldId id="266" r:id="rId11"/>
    <p:sldId id="267" r:id="rId12"/>
    <p:sldId id="308" r:id="rId13"/>
    <p:sldId id="310" r:id="rId14"/>
    <p:sldId id="311" r:id="rId15"/>
    <p:sldId id="312" r:id="rId16"/>
    <p:sldId id="313" r:id="rId17"/>
    <p:sldId id="279" r:id="rId18"/>
    <p:sldId id="269" r:id="rId19"/>
    <p:sldId id="270" r:id="rId20"/>
    <p:sldId id="271" r:id="rId21"/>
    <p:sldId id="272" r:id="rId22"/>
    <p:sldId id="280" r:id="rId23"/>
    <p:sldId id="274" r:id="rId24"/>
    <p:sldId id="275" r:id="rId25"/>
    <p:sldId id="276" r:id="rId26"/>
    <p:sldId id="277" r:id="rId27"/>
    <p:sldId id="278" r:id="rId28"/>
    <p:sldId id="319" r:id="rId29"/>
    <p:sldId id="315" r:id="rId30"/>
    <p:sldId id="316" r:id="rId31"/>
    <p:sldId id="317" r:id="rId32"/>
    <p:sldId id="318" r:id="rId33"/>
    <p:sldId id="286" r:id="rId34"/>
    <p:sldId id="282" r:id="rId35"/>
    <p:sldId id="283" r:id="rId36"/>
    <p:sldId id="284" r:id="rId37"/>
    <p:sldId id="285" r:id="rId38"/>
    <p:sldId id="292" r:id="rId39"/>
    <p:sldId id="288" r:id="rId40"/>
    <p:sldId id="289" r:id="rId41"/>
    <p:sldId id="290" r:id="rId42"/>
    <p:sldId id="291" r:id="rId43"/>
    <p:sldId id="294" r:id="rId44"/>
    <p:sldId id="296" r:id="rId45"/>
    <p:sldId id="297" r:id="rId46"/>
    <p:sldId id="298" r:id="rId47"/>
    <p:sldId id="299" r:id="rId48"/>
    <p:sldId id="300" r:id="rId49"/>
    <p:sldId id="302" r:id="rId50"/>
    <p:sldId id="303" r:id="rId51"/>
    <p:sldId id="304" r:id="rId52"/>
    <p:sldId id="305" r:id="rId53"/>
    <p:sldId id="306" r:id="rId54"/>
    <p:sldId id="293" r:id="rId55"/>
    <p:sldId id="321" r:id="rId56"/>
    <p:sldId id="383" r:id="rId57"/>
    <p:sldId id="322" r:id="rId58"/>
    <p:sldId id="323" r:id="rId59"/>
    <p:sldId id="262" r:id="rId60"/>
    <p:sldId id="324" r:id="rId61"/>
    <p:sldId id="325" r:id="rId62"/>
    <p:sldId id="326" r:id="rId63"/>
    <p:sldId id="336" r:id="rId64"/>
    <p:sldId id="337" r:id="rId65"/>
    <p:sldId id="338" r:id="rId66"/>
    <p:sldId id="339" r:id="rId67"/>
    <p:sldId id="340" r:id="rId68"/>
    <p:sldId id="375" r:id="rId69"/>
    <p:sldId id="378" r:id="rId70"/>
    <p:sldId id="381" r:id="rId71"/>
    <p:sldId id="380" r:id="rId72"/>
    <p:sldId id="382" r:id="rId73"/>
    <p:sldId id="377" r:id="rId74"/>
    <p:sldId id="342" r:id="rId75"/>
    <p:sldId id="343" r:id="rId76"/>
    <p:sldId id="344" r:id="rId77"/>
    <p:sldId id="345" r:id="rId78"/>
    <p:sldId id="327" r:id="rId79"/>
    <p:sldId id="384" r:id="rId80"/>
    <p:sldId id="385" r:id="rId81"/>
    <p:sldId id="334" r:id="rId82"/>
    <p:sldId id="348" r:id="rId83"/>
    <p:sldId id="349" r:id="rId84"/>
    <p:sldId id="350" r:id="rId85"/>
    <p:sldId id="351" r:id="rId86"/>
    <p:sldId id="352" r:id="rId87"/>
    <p:sldId id="346" r:id="rId88"/>
    <p:sldId id="356" r:id="rId89"/>
    <p:sldId id="357" r:id="rId90"/>
    <p:sldId id="358" r:id="rId91"/>
    <p:sldId id="359" r:id="rId92"/>
    <p:sldId id="360" r:id="rId93"/>
    <p:sldId id="361" r:id="rId94"/>
    <p:sldId id="353" r:id="rId95"/>
    <p:sldId id="363" r:id="rId96"/>
    <p:sldId id="364" r:id="rId97"/>
    <p:sldId id="365" r:id="rId98"/>
    <p:sldId id="366" r:id="rId99"/>
    <p:sldId id="367" r:id="rId100"/>
    <p:sldId id="354" r:id="rId101"/>
    <p:sldId id="370" r:id="rId102"/>
    <p:sldId id="371" r:id="rId103"/>
    <p:sldId id="372" r:id="rId104"/>
    <p:sldId id="373" r:id="rId105"/>
    <p:sldId id="374" r:id="rId106"/>
    <p:sldId id="368" r:id="rId107"/>
  </p:sldIdLst>
  <p:sldSz cx="12192000" cy="6858000"/>
  <p:notesSz cx="12192000" cy="6858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4AB74B-DDE0-40D0-8D8B-B1B4007C18B6}" v="287" dt="2023-04-22T21:02:37.34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41" autoAdjust="0"/>
  </p:normalViewPr>
  <p:slideViewPr>
    <p:cSldViewPr>
      <p:cViewPr varScale="1">
        <p:scale>
          <a:sx n="105" d="100"/>
          <a:sy n="105" d="100"/>
        </p:scale>
        <p:origin x="522" y="96"/>
      </p:cViewPr>
      <p:guideLst>
        <p:guide orient="horz" pos="2880"/>
        <p:guide pos="2160"/>
      </p:guideLst>
    </p:cSldViewPr>
  </p:slideViewPr>
  <p:outlineViewPr>
    <p:cViewPr>
      <p:scale>
        <a:sx n="33" d="100"/>
        <a:sy n="33" d="100"/>
      </p:scale>
      <p:origin x="0" y="-14938"/>
    </p:cViewPr>
  </p:outlineViewPr>
  <p:notesTextViewPr>
    <p:cViewPr>
      <p:scale>
        <a:sx n="100" d="100"/>
        <a:sy n="100" d="100"/>
      </p:scale>
      <p:origin x="0" y="0"/>
    </p:cViewPr>
  </p:notesTextViewPr>
  <p:sorterViewPr>
    <p:cViewPr>
      <p:scale>
        <a:sx n="100" d="100"/>
        <a:sy n="100" d="100"/>
      </p:scale>
      <p:origin x="0" y="-1755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microsoft.com/office/2016/11/relationships/changesInfo" Target="changesInfos/changesInfo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ora Paiva" userId="a1d8aff5a619303b" providerId="LiveId" clId="{624AB74B-DDE0-40D0-8D8B-B1B4007C18B6}"/>
    <pc:docChg chg="undo custSel addSld delSld modSld sldOrd">
      <pc:chgData name="Debora Paiva" userId="a1d8aff5a619303b" providerId="LiveId" clId="{624AB74B-DDE0-40D0-8D8B-B1B4007C18B6}" dt="2023-04-22T21:04:23.814" v="1493" actId="20577"/>
      <pc:docMkLst>
        <pc:docMk/>
      </pc:docMkLst>
      <pc:sldChg chg="addSp delSp modSp new mod ord">
        <pc:chgData name="Debora Paiva" userId="a1d8aff5a619303b" providerId="LiveId" clId="{624AB74B-DDE0-40D0-8D8B-B1B4007C18B6}" dt="2023-04-22T19:24:36.169" v="6" actId="478"/>
        <pc:sldMkLst>
          <pc:docMk/>
          <pc:sldMk cId="1388367053" sldId="261"/>
        </pc:sldMkLst>
        <pc:spChg chg="del">
          <ac:chgData name="Debora Paiva" userId="a1d8aff5a619303b" providerId="LiveId" clId="{624AB74B-DDE0-40D0-8D8B-B1B4007C18B6}" dt="2023-04-22T19:24:36.169" v="6" actId="478"/>
          <ac:spMkLst>
            <pc:docMk/>
            <pc:sldMk cId="1388367053" sldId="261"/>
            <ac:spMk id="2" creationId="{F7A429B6-E940-815E-0EB2-380813462277}"/>
          </ac:spMkLst>
        </pc:spChg>
        <pc:spChg chg="add mod">
          <ac:chgData name="Debora Paiva" userId="a1d8aff5a619303b" providerId="LiveId" clId="{624AB74B-DDE0-40D0-8D8B-B1B4007C18B6}" dt="2023-04-22T19:24:33.604" v="5"/>
          <ac:spMkLst>
            <pc:docMk/>
            <pc:sldMk cId="1388367053" sldId="261"/>
            <ac:spMk id="3" creationId="{695333AF-27BC-4A61-55A3-0154DAA6CFBA}"/>
          </ac:spMkLst>
        </pc:spChg>
      </pc:sldChg>
      <pc:sldChg chg="addSp delSp modSp add del mod">
        <pc:chgData name="Debora Paiva" userId="a1d8aff5a619303b" providerId="LiveId" clId="{624AB74B-DDE0-40D0-8D8B-B1B4007C18B6}" dt="2023-04-22T19:24:38.099" v="7" actId="47"/>
        <pc:sldMkLst>
          <pc:docMk/>
          <pc:sldMk cId="0" sldId="262"/>
        </pc:sldMkLst>
        <pc:spChg chg="add mod">
          <ac:chgData name="Debora Paiva" userId="a1d8aff5a619303b" providerId="LiveId" clId="{624AB74B-DDE0-40D0-8D8B-B1B4007C18B6}" dt="2023-04-22T19:24:32.002" v="4" actId="21"/>
          <ac:spMkLst>
            <pc:docMk/>
            <pc:sldMk cId="0" sldId="262"/>
            <ac:spMk id="3" creationId="{9D1CBE40-7B6B-FB19-36D7-4E8D9D60FBE6}"/>
          </ac:spMkLst>
        </pc:spChg>
        <pc:spChg chg="del">
          <ac:chgData name="Debora Paiva" userId="a1d8aff5a619303b" providerId="LiveId" clId="{624AB74B-DDE0-40D0-8D8B-B1B4007C18B6}" dt="2023-04-22T19:24:32.002" v="4" actId="21"/>
          <ac:spMkLst>
            <pc:docMk/>
            <pc:sldMk cId="0" sldId="262"/>
            <ac:spMk id="40" creationId="{00000000-0000-0000-0000-000000000000}"/>
          </ac:spMkLst>
        </pc:spChg>
      </pc:sldChg>
      <pc:sldChg chg="add">
        <pc:chgData name="Debora Paiva" userId="a1d8aff5a619303b" providerId="LiveId" clId="{624AB74B-DDE0-40D0-8D8B-B1B4007C18B6}" dt="2023-04-22T19:46:13.979" v="92"/>
        <pc:sldMkLst>
          <pc:docMk/>
          <pc:sldMk cId="2123761296" sldId="262"/>
        </pc:sldMkLst>
      </pc:sldChg>
      <pc:sldChg chg="add">
        <pc:chgData name="Debora Paiva" userId="a1d8aff5a619303b" providerId="LiveId" clId="{624AB74B-DDE0-40D0-8D8B-B1B4007C18B6}" dt="2023-04-22T19:24:24.979" v="3"/>
        <pc:sldMkLst>
          <pc:docMk/>
          <pc:sldMk cId="0" sldId="263"/>
        </pc:sldMkLst>
      </pc:sldChg>
      <pc:sldChg chg="add">
        <pc:chgData name="Debora Paiva" userId="a1d8aff5a619303b" providerId="LiveId" clId="{624AB74B-DDE0-40D0-8D8B-B1B4007C18B6}" dt="2023-04-22T19:24:24.979" v="3"/>
        <pc:sldMkLst>
          <pc:docMk/>
          <pc:sldMk cId="449743133" sldId="264"/>
        </pc:sldMkLst>
      </pc:sldChg>
      <pc:sldChg chg="add">
        <pc:chgData name="Debora Paiva" userId="a1d8aff5a619303b" providerId="LiveId" clId="{624AB74B-DDE0-40D0-8D8B-B1B4007C18B6}" dt="2023-04-22T19:24:24.979" v="3"/>
        <pc:sldMkLst>
          <pc:docMk/>
          <pc:sldMk cId="1262312336" sldId="265"/>
        </pc:sldMkLst>
      </pc:sldChg>
      <pc:sldChg chg="add">
        <pc:chgData name="Debora Paiva" userId="a1d8aff5a619303b" providerId="LiveId" clId="{624AB74B-DDE0-40D0-8D8B-B1B4007C18B6}" dt="2023-04-22T19:24:24.979" v="3"/>
        <pc:sldMkLst>
          <pc:docMk/>
          <pc:sldMk cId="0" sldId="266"/>
        </pc:sldMkLst>
      </pc:sldChg>
      <pc:sldChg chg="add">
        <pc:chgData name="Debora Paiva" userId="a1d8aff5a619303b" providerId="LiveId" clId="{624AB74B-DDE0-40D0-8D8B-B1B4007C18B6}" dt="2023-04-22T19:25:01.163" v="8"/>
        <pc:sldMkLst>
          <pc:docMk/>
          <pc:sldMk cId="0" sldId="267"/>
        </pc:sldMkLst>
      </pc:sldChg>
      <pc:sldChg chg="add del">
        <pc:chgData name="Debora Paiva" userId="a1d8aff5a619303b" providerId="LiveId" clId="{624AB74B-DDE0-40D0-8D8B-B1B4007C18B6}" dt="2023-04-22T19:27:09.374" v="17" actId="47"/>
        <pc:sldMkLst>
          <pc:docMk/>
          <pc:sldMk cId="0" sldId="268"/>
        </pc:sldMkLst>
      </pc:sldChg>
      <pc:sldChg chg="add">
        <pc:chgData name="Debora Paiva" userId="a1d8aff5a619303b" providerId="LiveId" clId="{624AB74B-DDE0-40D0-8D8B-B1B4007C18B6}" dt="2023-04-22T19:25:39.988" v="9"/>
        <pc:sldMkLst>
          <pc:docMk/>
          <pc:sldMk cId="0" sldId="269"/>
        </pc:sldMkLst>
      </pc:sldChg>
      <pc:sldChg chg="add">
        <pc:chgData name="Debora Paiva" userId="a1d8aff5a619303b" providerId="LiveId" clId="{624AB74B-DDE0-40D0-8D8B-B1B4007C18B6}" dt="2023-04-22T19:25:39.988" v="9"/>
        <pc:sldMkLst>
          <pc:docMk/>
          <pc:sldMk cId="554635665" sldId="270"/>
        </pc:sldMkLst>
      </pc:sldChg>
      <pc:sldChg chg="add">
        <pc:chgData name="Debora Paiva" userId="a1d8aff5a619303b" providerId="LiveId" clId="{624AB74B-DDE0-40D0-8D8B-B1B4007C18B6}" dt="2023-04-22T19:25:39.988" v="9"/>
        <pc:sldMkLst>
          <pc:docMk/>
          <pc:sldMk cId="607314759" sldId="271"/>
        </pc:sldMkLst>
      </pc:sldChg>
      <pc:sldChg chg="add">
        <pc:chgData name="Debora Paiva" userId="a1d8aff5a619303b" providerId="LiveId" clId="{624AB74B-DDE0-40D0-8D8B-B1B4007C18B6}" dt="2023-04-22T19:25:39.988" v="9"/>
        <pc:sldMkLst>
          <pc:docMk/>
          <pc:sldMk cId="0" sldId="272"/>
        </pc:sldMkLst>
      </pc:sldChg>
      <pc:sldChg chg="addSp delSp modSp add del mod">
        <pc:chgData name="Debora Paiva" userId="a1d8aff5a619303b" providerId="LiveId" clId="{624AB74B-DDE0-40D0-8D8B-B1B4007C18B6}" dt="2023-04-22T19:27:37.876" v="24" actId="47"/>
        <pc:sldMkLst>
          <pc:docMk/>
          <pc:sldMk cId="0" sldId="273"/>
        </pc:sldMkLst>
        <pc:spChg chg="add mod">
          <ac:chgData name="Debora Paiva" userId="a1d8aff5a619303b" providerId="LiveId" clId="{624AB74B-DDE0-40D0-8D8B-B1B4007C18B6}" dt="2023-04-22T19:27:20.881" v="19" actId="21"/>
          <ac:spMkLst>
            <pc:docMk/>
            <pc:sldMk cId="0" sldId="273"/>
            <ac:spMk id="3" creationId="{D7CFEFA2-20D6-E11F-6A00-B2719B2FD4C7}"/>
          </ac:spMkLst>
        </pc:spChg>
        <pc:spChg chg="del">
          <ac:chgData name="Debora Paiva" userId="a1d8aff5a619303b" providerId="LiveId" clId="{624AB74B-DDE0-40D0-8D8B-B1B4007C18B6}" dt="2023-04-22T19:27:20.881" v="19" actId="21"/>
          <ac:spMkLst>
            <pc:docMk/>
            <pc:sldMk cId="0" sldId="273"/>
            <ac:spMk id="40" creationId="{00000000-0000-0000-0000-000000000000}"/>
          </ac:spMkLst>
        </pc:spChg>
      </pc:sldChg>
      <pc:sldChg chg="add">
        <pc:chgData name="Debora Paiva" userId="a1d8aff5a619303b" providerId="LiveId" clId="{624AB74B-DDE0-40D0-8D8B-B1B4007C18B6}" dt="2023-04-22T19:26:00.688" v="10"/>
        <pc:sldMkLst>
          <pc:docMk/>
          <pc:sldMk cId="0" sldId="274"/>
        </pc:sldMkLst>
      </pc:sldChg>
      <pc:sldChg chg="add">
        <pc:chgData name="Debora Paiva" userId="a1d8aff5a619303b" providerId="LiveId" clId="{624AB74B-DDE0-40D0-8D8B-B1B4007C18B6}" dt="2023-04-22T19:26:00.688" v="10"/>
        <pc:sldMkLst>
          <pc:docMk/>
          <pc:sldMk cId="3967460393" sldId="275"/>
        </pc:sldMkLst>
      </pc:sldChg>
      <pc:sldChg chg="add">
        <pc:chgData name="Debora Paiva" userId="a1d8aff5a619303b" providerId="LiveId" clId="{624AB74B-DDE0-40D0-8D8B-B1B4007C18B6}" dt="2023-04-22T19:26:00.688" v="10"/>
        <pc:sldMkLst>
          <pc:docMk/>
          <pc:sldMk cId="1778603276" sldId="276"/>
        </pc:sldMkLst>
      </pc:sldChg>
      <pc:sldChg chg="add">
        <pc:chgData name="Debora Paiva" userId="a1d8aff5a619303b" providerId="LiveId" clId="{624AB74B-DDE0-40D0-8D8B-B1B4007C18B6}" dt="2023-04-22T19:26:00.688" v="10"/>
        <pc:sldMkLst>
          <pc:docMk/>
          <pc:sldMk cId="4017809224" sldId="277"/>
        </pc:sldMkLst>
      </pc:sldChg>
      <pc:sldChg chg="addSp modSp add">
        <pc:chgData name="Debora Paiva" userId="a1d8aff5a619303b" providerId="LiveId" clId="{624AB74B-DDE0-40D0-8D8B-B1B4007C18B6}" dt="2023-04-22T19:26:20.064" v="11"/>
        <pc:sldMkLst>
          <pc:docMk/>
          <pc:sldMk cId="0" sldId="278"/>
        </pc:sldMkLst>
        <pc:spChg chg="add mod">
          <ac:chgData name="Debora Paiva" userId="a1d8aff5a619303b" providerId="LiveId" clId="{624AB74B-DDE0-40D0-8D8B-B1B4007C18B6}" dt="2023-04-22T19:26:20.064" v="11"/>
          <ac:spMkLst>
            <pc:docMk/>
            <pc:sldMk cId="0" sldId="278"/>
            <ac:spMk id="2" creationId="{866D3773-EC62-AFE9-8FF4-850E45C51E04}"/>
          </ac:spMkLst>
        </pc:spChg>
      </pc:sldChg>
      <pc:sldChg chg="modSp add del mod">
        <pc:chgData name="Debora Paiva" userId="a1d8aff5a619303b" providerId="LiveId" clId="{624AB74B-DDE0-40D0-8D8B-B1B4007C18B6}" dt="2023-04-22T19:29:15.756" v="40"/>
        <pc:sldMkLst>
          <pc:docMk/>
          <pc:sldMk cId="2047070996" sldId="279"/>
        </pc:sldMkLst>
        <pc:spChg chg="mod">
          <ac:chgData name="Debora Paiva" userId="a1d8aff5a619303b" providerId="LiveId" clId="{624AB74B-DDE0-40D0-8D8B-B1B4007C18B6}" dt="2023-04-22T19:29:15.756" v="40"/>
          <ac:spMkLst>
            <pc:docMk/>
            <pc:sldMk cId="2047070996" sldId="279"/>
            <ac:spMk id="3" creationId="{695333AF-27BC-4A61-55A3-0154DAA6CFBA}"/>
          </ac:spMkLst>
        </pc:spChg>
      </pc:sldChg>
      <pc:sldChg chg="addSp delSp modSp add mod">
        <pc:chgData name="Debora Paiva" userId="a1d8aff5a619303b" providerId="LiveId" clId="{624AB74B-DDE0-40D0-8D8B-B1B4007C18B6}" dt="2023-04-22T19:27:35.523" v="23" actId="1076"/>
        <pc:sldMkLst>
          <pc:docMk/>
          <pc:sldMk cId="1452449358" sldId="280"/>
        </pc:sldMkLst>
        <pc:spChg chg="add mod">
          <ac:chgData name="Debora Paiva" userId="a1d8aff5a619303b" providerId="LiveId" clId="{624AB74B-DDE0-40D0-8D8B-B1B4007C18B6}" dt="2023-04-22T19:27:35.523" v="23" actId="1076"/>
          <ac:spMkLst>
            <pc:docMk/>
            <pc:sldMk cId="1452449358" sldId="280"/>
            <ac:spMk id="2" creationId="{3E2161E5-C16C-73EF-9DED-3764DAB3C0FD}"/>
          </ac:spMkLst>
        </pc:spChg>
        <pc:spChg chg="del">
          <ac:chgData name="Debora Paiva" userId="a1d8aff5a619303b" providerId="LiveId" clId="{624AB74B-DDE0-40D0-8D8B-B1B4007C18B6}" dt="2023-04-22T19:27:31.388" v="22" actId="478"/>
          <ac:spMkLst>
            <pc:docMk/>
            <pc:sldMk cId="1452449358" sldId="280"/>
            <ac:spMk id="3" creationId="{695333AF-27BC-4A61-55A3-0154DAA6CFBA}"/>
          </ac:spMkLst>
        </pc:spChg>
      </pc:sldChg>
      <pc:sldChg chg="add del">
        <pc:chgData name="Debora Paiva" userId="a1d8aff5a619303b" providerId="LiveId" clId="{624AB74B-DDE0-40D0-8D8B-B1B4007C18B6}" dt="2023-04-22T19:30:06.371" v="46" actId="47"/>
        <pc:sldMkLst>
          <pc:docMk/>
          <pc:sldMk cId="0" sldId="281"/>
        </pc:sldMkLst>
      </pc:sldChg>
      <pc:sldChg chg="add">
        <pc:chgData name="Debora Paiva" userId="a1d8aff5a619303b" providerId="LiveId" clId="{624AB74B-DDE0-40D0-8D8B-B1B4007C18B6}" dt="2023-04-22T19:29:42.457" v="41"/>
        <pc:sldMkLst>
          <pc:docMk/>
          <pc:sldMk cId="0" sldId="282"/>
        </pc:sldMkLst>
      </pc:sldChg>
      <pc:sldChg chg="add">
        <pc:chgData name="Debora Paiva" userId="a1d8aff5a619303b" providerId="LiveId" clId="{624AB74B-DDE0-40D0-8D8B-B1B4007C18B6}" dt="2023-04-22T19:29:42.457" v="41"/>
        <pc:sldMkLst>
          <pc:docMk/>
          <pc:sldMk cId="1802392002" sldId="283"/>
        </pc:sldMkLst>
      </pc:sldChg>
      <pc:sldChg chg="add">
        <pc:chgData name="Debora Paiva" userId="a1d8aff5a619303b" providerId="LiveId" clId="{624AB74B-DDE0-40D0-8D8B-B1B4007C18B6}" dt="2023-04-22T19:29:42.457" v="41"/>
        <pc:sldMkLst>
          <pc:docMk/>
          <pc:sldMk cId="3506071317" sldId="284"/>
        </pc:sldMkLst>
      </pc:sldChg>
      <pc:sldChg chg="add">
        <pc:chgData name="Debora Paiva" userId="a1d8aff5a619303b" providerId="LiveId" clId="{624AB74B-DDE0-40D0-8D8B-B1B4007C18B6}" dt="2023-04-22T19:29:42.457" v="41"/>
        <pc:sldMkLst>
          <pc:docMk/>
          <pc:sldMk cId="0" sldId="285"/>
        </pc:sldMkLst>
      </pc:sldChg>
      <pc:sldChg chg="addSp delSp modSp add mod">
        <pc:chgData name="Debora Paiva" userId="a1d8aff5a619303b" providerId="LiveId" clId="{624AB74B-DDE0-40D0-8D8B-B1B4007C18B6}" dt="2023-04-22T19:30:04.026" v="45"/>
        <pc:sldMkLst>
          <pc:docMk/>
          <pc:sldMk cId="695897465" sldId="286"/>
        </pc:sldMkLst>
        <pc:spChg chg="del">
          <ac:chgData name="Debora Paiva" userId="a1d8aff5a619303b" providerId="LiveId" clId="{624AB74B-DDE0-40D0-8D8B-B1B4007C18B6}" dt="2023-04-22T19:29:55.886" v="43" actId="478"/>
          <ac:spMkLst>
            <pc:docMk/>
            <pc:sldMk cId="695897465" sldId="286"/>
            <ac:spMk id="2" creationId="{3E2161E5-C16C-73EF-9DED-3764DAB3C0FD}"/>
          </ac:spMkLst>
        </pc:spChg>
        <pc:spChg chg="add del mod">
          <ac:chgData name="Debora Paiva" userId="a1d8aff5a619303b" providerId="LiveId" clId="{624AB74B-DDE0-40D0-8D8B-B1B4007C18B6}" dt="2023-04-22T19:29:58.464" v="44" actId="478"/>
          <ac:spMkLst>
            <pc:docMk/>
            <pc:sldMk cId="695897465" sldId="286"/>
            <ac:spMk id="4" creationId="{3FD01ED2-8B50-6BFE-E6A4-834893B49BFB}"/>
          </ac:spMkLst>
        </pc:spChg>
        <pc:spChg chg="add mod">
          <ac:chgData name="Debora Paiva" userId="a1d8aff5a619303b" providerId="LiveId" clId="{624AB74B-DDE0-40D0-8D8B-B1B4007C18B6}" dt="2023-04-22T19:30:04.026" v="45"/>
          <ac:spMkLst>
            <pc:docMk/>
            <pc:sldMk cId="695897465" sldId="286"/>
            <ac:spMk id="5" creationId="{26E66BC9-42FD-23A9-F218-095C4A12B4D4}"/>
          </ac:spMkLst>
        </pc:spChg>
      </pc:sldChg>
      <pc:sldChg chg="addSp delSp modSp add del mod">
        <pc:chgData name="Debora Paiva" userId="a1d8aff5a619303b" providerId="LiveId" clId="{624AB74B-DDE0-40D0-8D8B-B1B4007C18B6}" dt="2023-04-22T19:30:42.672" v="50" actId="47"/>
        <pc:sldMkLst>
          <pc:docMk/>
          <pc:sldMk cId="0" sldId="287"/>
        </pc:sldMkLst>
        <pc:spChg chg="add mod">
          <ac:chgData name="Debora Paiva" userId="a1d8aff5a619303b" providerId="LiveId" clId="{624AB74B-DDE0-40D0-8D8B-B1B4007C18B6}" dt="2023-04-22T19:30:40.491" v="49" actId="21"/>
          <ac:spMkLst>
            <pc:docMk/>
            <pc:sldMk cId="0" sldId="287"/>
            <ac:spMk id="3" creationId="{5BD2D35F-D8BA-E5D9-4F5C-EEC9086B9D6B}"/>
          </ac:spMkLst>
        </pc:spChg>
        <pc:spChg chg="del">
          <ac:chgData name="Debora Paiva" userId="a1d8aff5a619303b" providerId="LiveId" clId="{624AB74B-DDE0-40D0-8D8B-B1B4007C18B6}" dt="2023-04-22T19:30:40.491" v="49" actId="21"/>
          <ac:spMkLst>
            <pc:docMk/>
            <pc:sldMk cId="0" sldId="287"/>
            <ac:spMk id="40" creationId="{00000000-0000-0000-0000-000000000000}"/>
          </ac:spMkLst>
        </pc:spChg>
      </pc:sldChg>
      <pc:sldChg chg="add">
        <pc:chgData name="Debora Paiva" userId="a1d8aff5a619303b" providerId="LiveId" clId="{624AB74B-DDE0-40D0-8D8B-B1B4007C18B6}" dt="2023-04-22T19:30:28.244" v="47"/>
        <pc:sldMkLst>
          <pc:docMk/>
          <pc:sldMk cId="4231293815" sldId="288"/>
        </pc:sldMkLst>
      </pc:sldChg>
      <pc:sldChg chg="add">
        <pc:chgData name="Debora Paiva" userId="a1d8aff5a619303b" providerId="LiveId" clId="{624AB74B-DDE0-40D0-8D8B-B1B4007C18B6}" dt="2023-04-22T19:30:28.244" v="47"/>
        <pc:sldMkLst>
          <pc:docMk/>
          <pc:sldMk cId="0" sldId="289"/>
        </pc:sldMkLst>
      </pc:sldChg>
      <pc:sldChg chg="add">
        <pc:chgData name="Debora Paiva" userId="a1d8aff5a619303b" providerId="LiveId" clId="{624AB74B-DDE0-40D0-8D8B-B1B4007C18B6}" dt="2023-04-22T19:30:28.244" v="47"/>
        <pc:sldMkLst>
          <pc:docMk/>
          <pc:sldMk cId="2002715754" sldId="290"/>
        </pc:sldMkLst>
      </pc:sldChg>
      <pc:sldChg chg="add">
        <pc:chgData name="Debora Paiva" userId="a1d8aff5a619303b" providerId="LiveId" clId="{624AB74B-DDE0-40D0-8D8B-B1B4007C18B6}" dt="2023-04-22T19:30:28.244" v="47"/>
        <pc:sldMkLst>
          <pc:docMk/>
          <pc:sldMk cId="0" sldId="291"/>
        </pc:sldMkLst>
      </pc:sldChg>
      <pc:sldChg chg="addSp delSp modSp add mod">
        <pc:chgData name="Debora Paiva" userId="a1d8aff5a619303b" providerId="LiveId" clId="{624AB74B-DDE0-40D0-8D8B-B1B4007C18B6}" dt="2023-04-22T19:30:50.234" v="53"/>
        <pc:sldMkLst>
          <pc:docMk/>
          <pc:sldMk cId="59895864" sldId="292"/>
        </pc:sldMkLst>
        <pc:spChg chg="add del mod">
          <ac:chgData name="Debora Paiva" userId="a1d8aff5a619303b" providerId="LiveId" clId="{624AB74B-DDE0-40D0-8D8B-B1B4007C18B6}" dt="2023-04-22T19:30:49.215" v="52" actId="478"/>
          <ac:spMkLst>
            <pc:docMk/>
            <pc:sldMk cId="59895864" sldId="292"/>
            <ac:spMk id="3" creationId="{DEDB2313-A9C0-4EA2-FA17-B3E014C723BC}"/>
          </ac:spMkLst>
        </pc:spChg>
        <pc:spChg chg="add mod">
          <ac:chgData name="Debora Paiva" userId="a1d8aff5a619303b" providerId="LiveId" clId="{624AB74B-DDE0-40D0-8D8B-B1B4007C18B6}" dt="2023-04-22T19:30:50.234" v="53"/>
          <ac:spMkLst>
            <pc:docMk/>
            <pc:sldMk cId="59895864" sldId="292"/>
            <ac:spMk id="4" creationId="{8CF0B75A-8135-C9DE-5624-9803FC822727}"/>
          </ac:spMkLst>
        </pc:spChg>
        <pc:spChg chg="del">
          <ac:chgData name="Debora Paiva" userId="a1d8aff5a619303b" providerId="LiveId" clId="{624AB74B-DDE0-40D0-8D8B-B1B4007C18B6}" dt="2023-04-22T19:30:46.083" v="51" actId="478"/>
          <ac:spMkLst>
            <pc:docMk/>
            <pc:sldMk cId="59895864" sldId="292"/>
            <ac:spMk id="5" creationId="{26E66BC9-42FD-23A9-F218-095C4A12B4D4}"/>
          </ac:spMkLst>
        </pc:spChg>
      </pc:sldChg>
      <pc:sldChg chg="addSp delSp modSp add mod ord">
        <pc:chgData name="Debora Paiva" userId="a1d8aff5a619303b" providerId="LiveId" clId="{624AB74B-DDE0-40D0-8D8B-B1B4007C18B6}" dt="2023-04-22T19:46:30.719" v="94"/>
        <pc:sldMkLst>
          <pc:docMk/>
          <pc:sldMk cId="3177034444" sldId="293"/>
        </pc:sldMkLst>
        <pc:spChg chg="add del mod">
          <ac:chgData name="Debora Paiva" userId="a1d8aff5a619303b" providerId="LiveId" clId="{624AB74B-DDE0-40D0-8D8B-B1B4007C18B6}" dt="2023-04-22T19:33:13.576" v="56" actId="478"/>
          <ac:spMkLst>
            <pc:docMk/>
            <pc:sldMk cId="3177034444" sldId="293"/>
            <ac:spMk id="3" creationId="{75BEAE84-0A15-70ED-5EFE-F30C499E4F4E}"/>
          </ac:spMkLst>
        </pc:spChg>
        <pc:spChg chg="del">
          <ac:chgData name="Debora Paiva" userId="a1d8aff5a619303b" providerId="LiveId" clId="{624AB74B-DDE0-40D0-8D8B-B1B4007C18B6}" dt="2023-04-22T19:33:10.842" v="55" actId="478"/>
          <ac:spMkLst>
            <pc:docMk/>
            <pc:sldMk cId="3177034444" sldId="293"/>
            <ac:spMk id="4" creationId="{8CF0B75A-8135-C9DE-5624-9803FC822727}"/>
          </ac:spMkLst>
        </pc:spChg>
        <pc:spChg chg="add mod">
          <ac:chgData name="Debora Paiva" userId="a1d8aff5a619303b" providerId="LiveId" clId="{624AB74B-DDE0-40D0-8D8B-B1B4007C18B6}" dt="2023-04-22T19:46:30.719" v="94"/>
          <ac:spMkLst>
            <pc:docMk/>
            <pc:sldMk cId="3177034444" sldId="293"/>
            <ac:spMk id="5" creationId="{916210FC-9538-3DEC-C960-5B907379998D}"/>
          </ac:spMkLst>
        </pc:spChg>
      </pc:sldChg>
      <pc:sldChg chg="addSp modSp add">
        <pc:chgData name="Debora Paiva" userId="a1d8aff5a619303b" providerId="LiveId" clId="{624AB74B-DDE0-40D0-8D8B-B1B4007C18B6}" dt="2023-04-22T19:34:15.647" v="62"/>
        <pc:sldMkLst>
          <pc:docMk/>
          <pc:sldMk cId="4195030564" sldId="294"/>
        </pc:sldMkLst>
        <pc:spChg chg="add mod">
          <ac:chgData name="Debora Paiva" userId="a1d8aff5a619303b" providerId="LiveId" clId="{624AB74B-DDE0-40D0-8D8B-B1B4007C18B6}" dt="2023-04-22T19:34:15.647" v="62"/>
          <ac:spMkLst>
            <pc:docMk/>
            <pc:sldMk cId="4195030564" sldId="294"/>
            <ac:spMk id="2" creationId="{576D595E-D463-9A73-0C62-AE52337FBFF9}"/>
          </ac:spMkLst>
        </pc:spChg>
      </pc:sldChg>
      <pc:sldChg chg="addSp delSp modSp add del mod">
        <pc:chgData name="Debora Paiva" userId="a1d8aff5a619303b" providerId="LiveId" clId="{624AB74B-DDE0-40D0-8D8B-B1B4007C18B6}" dt="2023-04-22T19:34:17.563" v="63" actId="47"/>
        <pc:sldMkLst>
          <pc:docMk/>
          <pc:sldMk cId="0" sldId="295"/>
        </pc:sldMkLst>
        <pc:spChg chg="add mod">
          <ac:chgData name="Debora Paiva" userId="a1d8aff5a619303b" providerId="LiveId" clId="{624AB74B-DDE0-40D0-8D8B-B1B4007C18B6}" dt="2023-04-22T19:34:14.003" v="61" actId="21"/>
          <ac:spMkLst>
            <pc:docMk/>
            <pc:sldMk cId="0" sldId="295"/>
            <ac:spMk id="3" creationId="{03DC8FB8-7A36-D107-B0A0-AE0B1E8DFB68}"/>
          </ac:spMkLst>
        </pc:spChg>
        <pc:spChg chg="del">
          <ac:chgData name="Debora Paiva" userId="a1d8aff5a619303b" providerId="LiveId" clId="{624AB74B-DDE0-40D0-8D8B-B1B4007C18B6}" dt="2023-04-22T19:34:14.003" v="61" actId="21"/>
          <ac:spMkLst>
            <pc:docMk/>
            <pc:sldMk cId="0" sldId="295"/>
            <ac:spMk id="40" creationId="{00000000-0000-0000-0000-000000000000}"/>
          </ac:spMkLst>
        </pc:spChg>
      </pc:sldChg>
      <pc:sldChg chg="add">
        <pc:chgData name="Debora Paiva" userId="a1d8aff5a619303b" providerId="LiveId" clId="{624AB74B-DDE0-40D0-8D8B-B1B4007C18B6}" dt="2023-04-22T19:34:08.039" v="60"/>
        <pc:sldMkLst>
          <pc:docMk/>
          <pc:sldMk cId="0" sldId="296"/>
        </pc:sldMkLst>
      </pc:sldChg>
      <pc:sldChg chg="add">
        <pc:chgData name="Debora Paiva" userId="a1d8aff5a619303b" providerId="LiveId" clId="{624AB74B-DDE0-40D0-8D8B-B1B4007C18B6}" dt="2023-04-22T19:34:08.039" v="60"/>
        <pc:sldMkLst>
          <pc:docMk/>
          <pc:sldMk cId="724264088" sldId="297"/>
        </pc:sldMkLst>
      </pc:sldChg>
      <pc:sldChg chg="add">
        <pc:chgData name="Debora Paiva" userId="a1d8aff5a619303b" providerId="LiveId" clId="{624AB74B-DDE0-40D0-8D8B-B1B4007C18B6}" dt="2023-04-22T19:34:08.039" v="60"/>
        <pc:sldMkLst>
          <pc:docMk/>
          <pc:sldMk cId="749615585" sldId="298"/>
        </pc:sldMkLst>
      </pc:sldChg>
      <pc:sldChg chg="add">
        <pc:chgData name="Debora Paiva" userId="a1d8aff5a619303b" providerId="LiveId" clId="{624AB74B-DDE0-40D0-8D8B-B1B4007C18B6}" dt="2023-04-22T19:34:08.039" v="60"/>
        <pc:sldMkLst>
          <pc:docMk/>
          <pc:sldMk cId="0" sldId="299"/>
        </pc:sldMkLst>
      </pc:sldChg>
      <pc:sldChg chg="addSp modSp add">
        <pc:chgData name="Debora Paiva" userId="a1d8aff5a619303b" providerId="LiveId" clId="{624AB74B-DDE0-40D0-8D8B-B1B4007C18B6}" dt="2023-04-22T19:34:46.548" v="69"/>
        <pc:sldMkLst>
          <pc:docMk/>
          <pc:sldMk cId="1367607946" sldId="300"/>
        </pc:sldMkLst>
        <pc:spChg chg="add mod">
          <ac:chgData name="Debora Paiva" userId="a1d8aff5a619303b" providerId="LiveId" clId="{624AB74B-DDE0-40D0-8D8B-B1B4007C18B6}" dt="2023-04-22T19:34:46.548" v="69"/>
          <ac:spMkLst>
            <pc:docMk/>
            <pc:sldMk cId="1367607946" sldId="300"/>
            <ac:spMk id="2" creationId="{F51E6380-7750-1C8F-9127-3CD6DB3CAC3E}"/>
          </ac:spMkLst>
        </pc:spChg>
      </pc:sldChg>
      <pc:sldChg chg="addSp delSp modSp add del mod">
        <pc:chgData name="Debora Paiva" userId="a1d8aff5a619303b" providerId="LiveId" clId="{624AB74B-DDE0-40D0-8D8B-B1B4007C18B6}" dt="2023-04-22T19:34:48.086" v="70" actId="47"/>
        <pc:sldMkLst>
          <pc:docMk/>
          <pc:sldMk cId="0" sldId="301"/>
        </pc:sldMkLst>
        <pc:spChg chg="add mod">
          <ac:chgData name="Debora Paiva" userId="a1d8aff5a619303b" providerId="LiveId" clId="{624AB74B-DDE0-40D0-8D8B-B1B4007C18B6}" dt="2023-04-22T19:34:44.693" v="68" actId="21"/>
          <ac:spMkLst>
            <pc:docMk/>
            <pc:sldMk cId="0" sldId="301"/>
            <ac:spMk id="3" creationId="{CB18DB9E-9628-8AB3-587E-CE209F3E1B3B}"/>
          </ac:spMkLst>
        </pc:spChg>
        <pc:spChg chg="del">
          <ac:chgData name="Debora Paiva" userId="a1d8aff5a619303b" providerId="LiveId" clId="{624AB74B-DDE0-40D0-8D8B-B1B4007C18B6}" dt="2023-04-22T19:34:44.693" v="68" actId="21"/>
          <ac:spMkLst>
            <pc:docMk/>
            <pc:sldMk cId="0" sldId="301"/>
            <ac:spMk id="40" creationId="{00000000-0000-0000-0000-000000000000}"/>
          </ac:spMkLst>
        </pc:spChg>
      </pc:sldChg>
      <pc:sldChg chg="add">
        <pc:chgData name="Debora Paiva" userId="a1d8aff5a619303b" providerId="LiveId" clId="{624AB74B-DDE0-40D0-8D8B-B1B4007C18B6}" dt="2023-04-22T19:34:38.481" v="67"/>
        <pc:sldMkLst>
          <pc:docMk/>
          <pc:sldMk cId="0" sldId="302"/>
        </pc:sldMkLst>
      </pc:sldChg>
      <pc:sldChg chg="add">
        <pc:chgData name="Debora Paiva" userId="a1d8aff5a619303b" providerId="LiveId" clId="{624AB74B-DDE0-40D0-8D8B-B1B4007C18B6}" dt="2023-04-22T19:34:38.481" v="67"/>
        <pc:sldMkLst>
          <pc:docMk/>
          <pc:sldMk cId="4102609793" sldId="303"/>
        </pc:sldMkLst>
      </pc:sldChg>
      <pc:sldChg chg="add">
        <pc:chgData name="Debora Paiva" userId="a1d8aff5a619303b" providerId="LiveId" clId="{624AB74B-DDE0-40D0-8D8B-B1B4007C18B6}" dt="2023-04-22T19:34:38.481" v="67"/>
        <pc:sldMkLst>
          <pc:docMk/>
          <pc:sldMk cId="2533257183" sldId="304"/>
        </pc:sldMkLst>
      </pc:sldChg>
      <pc:sldChg chg="add">
        <pc:chgData name="Debora Paiva" userId="a1d8aff5a619303b" providerId="LiveId" clId="{624AB74B-DDE0-40D0-8D8B-B1B4007C18B6}" dt="2023-04-22T19:34:38.481" v="67"/>
        <pc:sldMkLst>
          <pc:docMk/>
          <pc:sldMk cId="2285211681" sldId="305"/>
        </pc:sldMkLst>
      </pc:sldChg>
      <pc:sldChg chg="add">
        <pc:chgData name="Debora Paiva" userId="a1d8aff5a619303b" providerId="LiveId" clId="{624AB74B-DDE0-40D0-8D8B-B1B4007C18B6}" dt="2023-04-22T19:34:38.481" v="67"/>
        <pc:sldMkLst>
          <pc:docMk/>
          <pc:sldMk cId="0" sldId="306"/>
        </pc:sldMkLst>
      </pc:sldChg>
      <pc:sldChg chg="new del">
        <pc:chgData name="Debora Paiva" userId="a1d8aff5a619303b" providerId="LiveId" clId="{624AB74B-DDE0-40D0-8D8B-B1B4007C18B6}" dt="2023-04-22T19:36:47.990" v="75" actId="47"/>
        <pc:sldMkLst>
          <pc:docMk/>
          <pc:sldMk cId="1192445766" sldId="307"/>
        </pc:sldMkLst>
      </pc:sldChg>
      <pc:sldChg chg="addSp delSp modSp add mod">
        <pc:chgData name="Debora Paiva" userId="a1d8aff5a619303b" providerId="LiveId" clId="{624AB74B-DDE0-40D0-8D8B-B1B4007C18B6}" dt="2023-04-22T19:38:38.378" v="81"/>
        <pc:sldMkLst>
          <pc:docMk/>
          <pc:sldMk cId="2557347156" sldId="308"/>
        </pc:sldMkLst>
        <pc:spChg chg="add del mod">
          <ac:chgData name="Debora Paiva" userId="a1d8aff5a619303b" providerId="LiveId" clId="{624AB74B-DDE0-40D0-8D8B-B1B4007C18B6}" dt="2023-04-22T19:38:36.512" v="79"/>
          <ac:spMkLst>
            <pc:docMk/>
            <pc:sldMk cId="2557347156" sldId="308"/>
            <ac:spMk id="2" creationId="{9F3CCE44-6603-D68A-C989-E9CC2488B0DF}"/>
          </ac:spMkLst>
        </pc:spChg>
        <pc:spChg chg="del">
          <ac:chgData name="Debora Paiva" userId="a1d8aff5a619303b" providerId="LiveId" clId="{624AB74B-DDE0-40D0-8D8B-B1B4007C18B6}" dt="2023-04-22T19:38:37.938" v="80" actId="478"/>
          <ac:spMkLst>
            <pc:docMk/>
            <pc:sldMk cId="2557347156" sldId="308"/>
            <ac:spMk id="3" creationId="{695333AF-27BC-4A61-55A3-0154DAA6CFBA}"/>
          </ac:spMkLst>
        </pc:spChg>
        <pc:spChg chg="add mod">
          <ac:chgData name="Debora Paiva" userId="a1d8aff5a619303b" providerId="LiveId" clId="{624AB74B-DDE0-40D0-8D8B-B1B4007C18B6}" dt="2023-04-22T19:38:38.378" v="81"/>
          <ac:spMkLst>
            <pc:docMk/>
            <pc:sldMk cId="2557347156" sldId="308"/>
            <ac:spMk id="4" creationId="{EF3FF823-CED5-8178-E333-64A9CA4B3CAA}"/>
          </ac:spMkLst>
        </pc:spChg>
      </pc:sldChg>
      <pc:sldChg chg="addSp delSp modSp add del mod">
        <pc:chgData name="Debora Paiva" userId="a1d8aff5a619303b" providerId="LiveId" clId="{624AB74B-DDE0-40D0-8D8B-B1B4007C18B6}" dt="2023-04-22T19:38:40.822" v="82" actId="47"/>
        <pc:sldMkLst>
          <pc:docMk/>
          <pc:sldMk cId="0" sldId="309"/>
        </pc:sldMkLst>
        <pc:spChg chg="add mod">
          <ac:chgData name="Debora Paiva" userId="a1d8aff5a619303b" providerId="LiveId" clId="{624AB74B-DDE0-40D0-8D8B-B1B4007C18B6}" dt="2023-04-22T19:38:29.668" v="77" actId="21"/>
          <ac:spMkLst>
            <pc:docMk/>
            <pc:sldMk cId="0" sldId="309"/>
            <ac:spMk id="3" creationId="{883D4F0E-02A3-694F-0F16-90F356ADE8D6}"/>
          </ac:spMkLst>
        </pc:spChg>
        <pc:spChg chg="del">
          <ac:chgData name="Debora Paiva" userId="a1d8aff5a619303b" providerId="LiveId" clId="{624AB74B-DDE0-40D0-8D8B-B1B4007C18B6}" dt="2023-04-22T19:38:29.668" v="77" actId="21"/>
          <ac:spMkLst>
            <pc:docMk/>
            <pc:sldMk cId="0" sldId="309"/>
            <ac:spMk id="40" creationId="{00000000-0000-0000-0000-000000000000}"/>
          </ac:spMkLst>
        </pc:spChg>
      </pc:sldChg>
      <pc:sldChg chg="add">
        <pc:chgData name="Debora Paiva" userId="a1d8aff5a619303b" providerId="LiveId" clId="{624AB74B-DDE0-40D0-8D8B-B1B4007C18B6}" dt="2023-04-22T19:38:22.612" v="76"/>
        <pc:sldMkLst>
          <pc:docMk/>
          <pc:sldMk cId="0" sldId="310"/>
        </pc:sldMkLst>
      </pc:sldChg>
      <pc:sldChg chg="add">
        <pc:chgData name="Debora Paiva" userId="a1d8aff5a619303b" providerId="LiveId" clId="{624AB74B-DDE0-40D0-8D8B-B1B4007C18B6}" dt="2023-04-22T19:38:22.612" v="76"/>
        <pc:sldMkLst>
          <pc:docMk/>
          <pc:sldMk cId="1398130836" sldId="311"/>
        </pc:sldMkLst>
      </pc:sldChg>
      <pc:sldChg chg="add">
        <pc:chgData name="Debora Paiva" userId="a1d8aff5a619303b" providerId="LiveId" clId="{624AB74B-DDE0-40D0-8D8B-B1B4007C18B6}" dt="2023-04-22T19:38:22.612" v="76"/>
        <pc:sldMkLst>
          <pc:docMk/>
          <pc:sldMk cId="4061941410" sldId="312"/>
        </pc:sldMkLst>
      </pc:sldChg>
      <pc:sldChg chg="add">
        <pc:chgData name="Debora Paiva" userId="a1d8aff5a619303b" providerId="LiveId" clId="{624AB74B-DDE0-40D0-8D8B-B1B4007C18B6}" dt="2023-04-22T19:38:22.612" v="76"/>
        <pc:sldMkLst>
          <pc:docMk/>
          <pc:sldMk cId="0" sldId="313"/>
        </pc:sldMkLst>
      </pc:sldChg>
      <pc:sldChg chg="addSp delSp modSp add del mod">
        <pc:chgData name="Debora Paiva" userId="a1d8aff5a619303b" providerId="LiveId" clId="{624AB74B-DDE0-40D0-8D8B-B1B4007C18B6}" dt="2023-04-22T19:44:14.223" v="91" actId="47"/>
        <pc:sldMkLst>
          <pc:docMk/>
          <pc:sldMk cId="0" sldId="314"/>
        </pc:sldMkLst>
        <pc:spChg chg="add mod">
          <ac:chgData name="Debora Paiva" userId="a1d8aff5a619303b" providerId="LiveId" clId="{624AB74B-DDE0-40D0-8D8B-B1B4007C18B6}" dt="2023-04-22T19:43:50.624" v="85" actId="21"/>
          <ac:spMkLst>
            <pc:docMk/>
            <pc:sldMk cId="0" sldId="314"/>
            <ac:spMk id="3" creationId="{40758681-8F02-A08D-60CF-DCC1B81A75A7}"/>
          </ac:spMkLst>
        </pc:spChg>
        <pc:spChg chg="del">
          <ac:chgData name="Debora Paiva" userId="a1d8aff5a619303b" providerId="LiveId" clId="{624AB74B-DDE0-40D0-8D8B-B1B4007C18B6}" dt="2023-04-22T19:43:50.624" v="85" actId="21"/>
          <ac:spMkLst>
            <pc:docMk/>
            <pc:sldMk cId="0" sldId="314"/>
            <ac:spMk id="40" creationId="{00000000-0000-0000-0000-000000000000}"/>
          </ac:spMkLst>
        </pc:spChg>
      </pc:sldChg>
      <pc:sldChg chg="add">
        <pc:chgData name="Debora Paiva" userId="a1d8aff5a619303b" providerId="LiveId" clId="{624AB74B-DDE0-40D0-8D8B-B1B4007C18B6}" dt="2023-04-22T19:43:38.932" v="83"/>
        <pc:sldMkLst>
          <pc:docMk/>
          <pc:sldMk cId="0" sldId="315"/>
        </pc:sldMkLst>
      </pc:sldChg>
      <pc:sldChg chg="add">
        <pc:chgData name="Debora Paiva" userId="a1d8aff5a619303b" providerId="LiveId" clId="{624AB74B-DDE0-40D0-8D8B-B1B4007C18B6}" dt="2023-04-22T19:43:38.932" v="83"/>
        <pc:sldMkLst>
          <pc:docMk/>
          <pc:sldMk cId="2821388732" sldId="316"/>
        </pc:sldMkLst>
      </pc:sldChg>
      <pc:sldChg chg="add">
        <pc:chgData name="Debora Paiva" userId="a1d8aff5a619303b" providerId="LiveId" clId="{624AB74B-DDE0-40D0-8D8B-B1B4007C18B6}" dt="2023-04-22T19:43:38.932" v="83"/>
        <pc:sldMkLst>
          <pc:docMk/>
          <pc:sldMk cId="1512883469" sldId="317"/>
        </pc:sldMkLst>
      </pc:sldChg>
      <pc:sldChg chg="add">
        <pc:chgData name="Debora Paiva" userId="a1d8aff5a619303b" providerId="LiveId" clId="{624AB74B-DDE0-40D0-8D8B-B1B4007C18B6}" dt="2023-04-22T19:43:38.932" v="83"/>
        <pc:sldMkLst>
          <pc:docMk/>
          <pc:sldMk cId="0" sldId="318"/>
        </pc:sldMkLst>
      </pc:sldChg>
      <pc:sldChg chg="addSp delSp modSp add mod">
        <pc:chgData name="Debora Paiva" userId="a1d8aff5a619303b" providerId="LiveId" clId="{624AB74B-DDE0-40D0-8D8B-B1B4007C18B6}" dt="2023-04-22T19:44:08.439" v="90"/>
        <pc:sldMkLst>
          <pc:docMk/>
          <pc:sldMk cId="3803607522" sldId="319"/>
        </pc:sldMkLst>
        <pc:spChg chg="add del mod">
          <ac:chgData name="Debora Paiva" userId="a1d8aff5a619303b" providerId="LiveId" clId="{624AB74B-DDE0-40D0-8D8B-B1B4007C18B6}" dt="2023-04-22T19:44:07.613" v="89" actId="478"/>
          <ac:spMkLst>
            <pc:docMk/>
            <pc:sldMk cId="3803607522" sldId="319"/>
            <ac:spMk id="3" creationId="{BCE0A420-FD41-00DA-F9F5-BFD638557D1B}"/>
          </ac:spMkLst>
        </pc:spChg>
        <pc:spChg chg="add del mod">
          <ac:chgData name="Debora Paiva" userId="a1d8aff5a619303b" providerId="LiveId" clId="{624AB74B-DDE0-40D0-8D8B-B1B4007C18B6}" dt="2023-04-22T19:44:04.821" v="88"/>
          <ac:spMkLst>
            <pc:docMk/>
            <pc:sldMk cId="3803607522" sldId="319"/>
            <ac:spMk id="4" creationId="{84A73FBA-27A4-775E-E8BE-1C4DDAF981ED}"/>
          </ac:spMkLst>
        </pc:spChg>
        <pc:spChg chg="del">
          <ac:chgData name="Debora Paiva" userId="a1d8aff5a619303b" providerId="LiveId" clId="{624AB74B-DDE0-40D0-8D8B-B1B4007C18B6}" dt="2023-04-22T19:44:02.677" v="86" actId="478"/>
          <ac:spMkLst>
            <pc:docMk/>
            <pc:sldMk cId="3803607522" sldId="319"/>
            <ac:spMk id="5" creationId="{26E66BC9-42FD-23A9-F218-095C4A12B4D4}"/>
          </ac:spMkLst>
        </pc:spChg>
        <pc:spChg chg="add mod">
          <ac:chgData name="Debora Paiva" userId="a1d8aff5a619303b" providerId="LiveId" clId="{624AB74B-DDE0-40D0-8D8B-B1B4007C18B6}" dt="2023-04-22T19:44:08.439" v="90"/>
          <ac:spMkLst>
            <pc:docMk/>
            <pc:sldMk cId="3803607522" sldId="319"/>
            <ac:spMk id="6" creationId="{1B4560AB-3B18-506C-A6D7-0E8D3C368C82}"/>
          </ac:spMkLst>
        </pc:spChg>
      </pc:sldChg>
      <pc:sldChg chg="addSp delSp modSp add del mod">
        <pc:chgData name="Debora Paiva" userId="a1d8aff5a619303b" providerId="LiveId" clId="{624AB74B-DDE0-40D0-8D8B-B1B4007C18B6}" dt="2023-04-22T19:46:35.554" v="95" actId="47"/>
        <pc:sldMkLst>
          <pc:docMk/>
          <pc:sldMk cId="0" sldId="320"/>
        </pc:sldMkLst>
        <pc:spChg chg="add mod">
          <ac:chgData name="Debora Paiva" userId="a1d8aff5a619303b" providerId="LiveId" clId="{624AB74B-DDE0-40D0-8D8B-B1B4007C18B6}" dt="2023-04-22T19:46:28.615" v="93" actId="21"/>
          <ac:spMkLst>
            <pc:docMk/>
            <pc:sldMk cId="0" sldId="320"/>
            <ac:spMk id="3" creationId="{C6747730-0357-B019-3586-DE645B0BAAAC}"/>
          </ac:spMkLst>
        </pc:spChg>
        <pc:spChg chg="del">
          <ac:chgData name="Debora Paiva" userId="a1d8aff5a619303b" providerId="LiveId" clId="{624AB74B-DDE0-40D0-8D8B-B1B4007C18B6}" dt="2023-04-22T19:46:28.615" v="93" actId="21"/>
          <ac:spMkLst>
            <pc:docMk/>
            <pc:sldMk cId="0" sldId="320"/>
            <ac:spMk id="40" creationId="{00000000-0000-0000-0000-000000000000}"/>
          </ac:spMkLst>
        </pc:spChg>
      </pc:sldChg>
      <pc:sldChg chg="add">
        <pc:chgData name="Debora Paiva" userId="a1d8aff5a619303b" providerId="LiveId" clId="{624AB74B-DDE0-40D0-8D8B-B1B4007C18B6}" dt="2023-04-22T19:46:13.979" v="92"/>
        <pc:sldMkLst>
          <pc:docMk/>
          <pc:sldMk cId="0" sldId="321"/>
        </pc:sldMkLst>
      </pc:sldChg>
      <pc:sldChg chg="add">
        <pc:chgData name="Debora Paiva" userId="a1d8aff5a619303b" providerId="LiveId" clId="{624AB74B-DDE0-40D0-8D8B-B1B4007C18B6}" dt="2023-04-22T19:46:13.979" v="92"/>
        <pc:sldMkLst>
          <pc:docMk/>
          <pc:sldMk cId="1548422051" sldId="322"/>
        </pc:sldMkLst>
      </pc:sldChg>
      <pc:sldChg chg="add">
        <pc:chgData name="Debora Paiva" userId="a1d8aff5a619303b" providerId="LiveId" clId="{624AB74B-DDE0-40D0-8D8B-B1B4007C18B6}" dt="2023-04-22T19:46:13.979" v="92"/>
        <pc:sldMkLst>
          <pc:docMk/>
          <pc:sldMk cId="3647592418" sldId="323"/>
        </pc:sldMkLst>
      </pc:sldChg>
      <pc:sldChg chg="add">
        <pc:chgData name="Debora Paiva" userId="a1d8aff5a619303b" providerId="LiveId" clId="{624AB74B-DDE0-40D0-8D8B-B1B4007C18B6}" dt="2023-04-22T19:46:13.979" v="92"/>
        <pc:sldMkLst>
          <pc:docMk/>
          <pc:sldMk cId="2883817997" sldId="324"/>
        </pc:sldMkLst>
      </pc:sldChg>
      <pc:sldChg chg="add">
        <pc:chgData name="Debora Paiva" userId="a1d8aff5a619303b" providerId="LiveId" clId="{624AB74B-DDE0-40D0-8D8B-B1B4007C18B6}" dt="2023-04-22T19:46:13.979" v="92"/>
        <pc:sldMkLst>
          <pc:docMk/>
          <pc:sldMk cId="0" sldId="325"/>
        </pc:sldMkLst>
      </pc:sldChg>
      <pc:sldChg chg="addSp delSp modSp add mod">
        <pc:chgData name="Debora Paiva" userId="a1d8aff5a619303b" providerId="LiveId" clId="{624AB74B-DDE0-40D0-8D8B-B1B4007C18B6}" dt="2023-04-22T19:49:06.545" v="117"/>
        <pc:sldMkLst>
          <pc:docMk/>
          <pc:sldMk cId="3518904069" sldId="326"/>
        </pc:sldMkLst>
        <pc:spChg chg="add del mod">
          <ac:chgData name="Debora Paiva" userId="a1d8aff5a619303b" providerId="LiveId" clId="{624AB74B-DDE0-40D0-8D8B-B1B4007C18B6}" dt="2023-04-22T19:46:48.012" v="98" actId="478"/>
          <ac:spMkLst>
            <pc:docMk/>
            <pc:sldMk cId="3518904069" sldId="326"/>
            <ac:spMk id="3" creationId="{0B9C7D6D-2D62-C9BA-0D56-1DE4D4E57BD4}"/>
          </ac:spMkLst>
        </pc:spChg>
        <pc:spChg chg="add del mod">
          <ac:chgData name="Debora Paiva" userId="a1d8aff5a619303b" providerId="LiveId" clId="{624AB74B-DDE0-40D0-8D8B-B1B4007C18B6}" dt="2023-04-22T19:47:22.628" v="102"/>
          <ac:spMkLst>
            <pc:docMk/>
            <pc:sldMk cId="3518904069" sldId="326"/>
            <ac:spMk id="4" creationId="{62D0B17E-6310-E03F-C9C6-B9A590010F8F}"/>
          </ac:spMkLst>
        </pc:spChg>
        <pc:spChg chg="del">
          <ac:chgData name="Debora Paiva" userId="a1d8aff5a619303b" providerId="LiveId" clId="{624AB74B-DDE0-40D0-8D8B-B1B4007C18B6}" dt="2023-04-22T19:46:45.588" v="97" actId="478"/>
          <ac:spMkLst>
            <pc:docMk/>
            <pc:sldMk cId="3518904069" sldId="326"/>
            <ac:spMk id="5" creationId="{916210FC-9538-3DEC-C960-5B907379998D}"/>
          </ac:spMkLst>
        </pc:spChg>
        <pc:spChg chg="add del mod">
          <ac:chgData name="Debora Paiva" userId="a1d8aff5a619303b" providerId="LiveId" clId="{624AB74B-DDE0-40D0-8D8B-B1B4007C18B6}" dt="2023-04-22T19:48:54.070" v="113" actId="478"/>
          <ac:spMkLst>
            <pc:docMk/>
            <pc:sldMk cId="3518904069" sldId="326"/>
            <ac:spMk id="6" creationId="{5A358F9A-40D3-4878-EF79-5CA567F9009E}"/>
          </ac:spMkLst>
        </pc:spChg>
        <pc:spChg chg="add del mod">
          <ac:chgData name="Debora Paiva" userId="a1d8aff5a619303b" providerId="LiveId" clId="{624AB74B-DDE0-40D0-8D8B-B1B4007C18B6}" dt="2023-04-22T19:49:05.744" v="116" actId="478"/>
          <ac:spMkLst>
            <pc:docMk/>
            <pc:sldMk cId="3518904069" sldId="326"/>
            <ac:spMk id="8" creationId="{732B65D2-DFCD-C947-C57D-6B01FADF440E}"/>
          </ac:spMkLst>
        </pc:spChg>
        <pc:spChg chg="add mod">
          <ac:chgData name="Debora Paiva" userId="a1d8aff5a619303b" providerId="LiveId" clId="{624AB74B-DDE0-40D0-8D8B-B1B4007C18B6}" dt="2023-04-22T19:49:06.545" v="117"/>
          <ac:spMkLst>
            <pc:docMk/>
            <pc:sldMk cId="3518904069" sldId="326"/>
            <ac:spMk id="9" creationId="{E177857F-664C-EDF2-6EBD-431C90116649}"/>
          </ac:spMkLst>
        </pc:spChg>
      </pc:sldChg>
      <pc:sldChg chg="modSp add mod">
        <pc:chgData name="Debora Paiva" userId="a1d8aff5a619303b" providerId="LiveId" clId="{624AB74B-DDE0-40D0-8D8B-B1B4007C18B6}" dt="2023-04-22T20:07:55.738" v="365" actId="20577"/>
        <pc:sldMkLst>
          <pc:docMk/>
          <pc:sldMk cId="3228871114" sldId="327"/>
        </pc:sldMkLst>
        <pc:spChg chg="mod">
          <ac:chgData name="Debora Paiva" userId="a1d8aff5a619303b" providerId="LiveId" clId="{624AB74B-DDE0-40D0-8D8B-B1B4007C18B6}" dt="2023-04-22T20:07:55.738" v="365" actId="20577"/>
          <ac:spMkLst>
            <pc:docMk/>
            <pc:sldMk cId="3228871114" sldId="327"/>
            <ac:spMk id="3" creationId="{FE7E4A46-F7A5-88BB-F335-22D5AE6189FA}"/>
          </ac:spMkLst>
        </pc:spChg>
      </pc:sldChg>
      <pc:sldChg chg="addSp delSp modSp new del mod ord">
        <pc:chgData name="Debora Paiva" userId="a1d8aff5a619303b" providerId="LiveId" clId="{624AB74B-DDE0-40D0-8D8B-B1B4007C18B6}" dt="2023-04-22T20:07:19.385" v="342" actId="2696"/>
        <pc:sldMkLst>
          <pc:docMk/>
          <pc:sldMk cId="3557374331" sldId="327"/>
        </pc:sldMkLst>
        <pc:spChg chg="del">
          <ac:chgData name="Debora Paiva" userId="a1d8aff5a619303b" providerId="LiveId" clId="{624AB74B-DDE0-40D0-8D8B-B1B4007C18B6}" dt="2023-04-22T19:47:18.414" v="100" actId="478"/>
          <ac:spMkLst>
            <pc:docMk/>
            <pc:sldMk cId="3557374331" sldId="327"/>
            <ac:spMk id="2" creationId="{65A53541-970C-D89B-265B-F3D0B1D0A247}"/>
          </ac:spMkLst>
        </pc:spChg>
        <pc:spChg chg="add mod">
          <ac:chgData name="Debora Paiva" userId="a1d8aff5a619303b" providerId="LiveId" clId="{624AB74B-DDE0-40D0-8D8B-B1B4007C18B6}" dt="2023-04-22T19:51:11.696" v="121"/>
          <ac:spMkLst>
            <pc:docMk/>
            <pc:sldMk cId="3557374331" sldId="327"/>
            <ac:spMk id="3" creationId="{FE7E4A46-F7A5-88BB-F335-22D5AE6189FA}"/>
          </ac:spMkLst>
        </pc:spChg>
      </pc:sldChg>
      <pc:sldChg chg="addSp delSp modSp add del mod">
        <pc:chgData name="Debora Paiva" userId="a1d8aff5a619303b" providerId="LiveId" clId="{624AB74B-DDE0-40D0-8D8B-B1B4007C18B6}" dt="2023-04-22T19:47:48.968" v="106" actId="47"/>
        <pc:sldMkLst>
          <pc:docMk/>
          <pc:sldMk cId="0" sldId="328"/>
        </pc:sldMkLst>
        <pc:spChg chg="add mod">
          <ac:chgData name="Debora Paiva" userId="a1d8aff5a619303b" providerId="LiveId" clId="{624AB74B-DDE0-40D0-8D8B-B1B4007C18B6}" dt="2023-04-22T19:47:45.502" v="104" actId="21"/>
          <ac:spMkLst>
            <pc:docMk/>
            <pc:sldMk cId="0" sldId="328"/>
            <ac:spMk id="3" creationId="{3E714BD7-BCAF-03FF-C158-2AF8CECB03FB}"/>
          </ac:spMkLst>
        </pc:spChg>
        <pc:spChg chg="del">
          <ac:chgData name="Debora Paiva" userId="a1d8aff5a619303b" providerId="LiveId" clId="{624AB74B-DDE0-40D0-8D8B-B1B4007C18B6}" dt="2023-04-22T19:47:45.502" v="104" actId="21"/>
          <ac:spMkLst>
            <pc:docMk/>
            <pc:sldMk cId="0" sldId="328"/>
            <ac:spMk id="40" creationId="{00000000-0000-0000-0000-000000000000}"/>
          </ac:spMkLst>
        </pc:spChg>
      </pc:sldChg>
      <pc:sldChg chg="add del">
        <pc:chgData name="Debora Paiva" userId="a1d8aff5a619303b" providerId="LiveId" clId="{624AB74B-DDE0-40D0-8D8B-B1B4007C18B6}" dt="2023-04-22T19:48:17.590" v="108" actId="47"/>
        <pc:sldMkLst>
          <pc:docMk/>
          <pc:sldMk cId="0" sldId="329"/>
        </pc:sldMkLst>
      </pc:sldChg>
      <pc:sldChg chg="add del">
        <pc:chgData name="Debora Paiva" userId="a1d8aff5a619303b" providerId="LiveId" clId="{624AB74B-DDE0-40D0-8D8B-B1B4007C18B6}" dt="2023-04-22T19:48:28.249" v="112" actId="47"/>
        <pc:sldMkLst>
          <pc:docMk/>
          <pc:sldMk cId="2528561202" sldId="330"/>
        </pc:sldMkLst>
      </pc:sldChg>
      <pc:sldChg chg="add del">
        <pc:chgData name="Debora Paiva" userId="a1d8aff5a619303b" providerId="LiveId" clId="{624AB74B-DDE0-40D0-8D8B-B1B4007C18B6}" dt="2023-04-22T19:48:26.710" v="111" actId="47"/>
        <pc:sldMkLst>
          <pc:docMk/>
          <pc:sldMk cId="862948456" sldId="331"/>
        </pc:sldMkLst>
      </pc:sldChg>
      <pc:sldChg chg="add del">
        <pc:chgData name="Debora Paiva" userId="a1d8aff5a619303b" providerId="LiveId" clId="{624AB74B-DDE0-40D0-8D8B-B1B4007C18B6}" dt="2023-04-22T19:48:25.252" v="110" actId="47"/>
        <pc:sldMkLst>
          <pc:docMk/>
          <pc:sldMk cId="2028248085" sldId="332"/>
        </pc:sldMkLst>
      </pc:sldChg>
      <pc:sldChg chg="add del">
        <pc:chgData name="Debora Paiva" userId="a1d8aff5a619303b" providerId="LiveId" clId="{624AB74B-DDE0-40D0-8D8B-B1B4007C18B6}" dt="2023-04-22T19:48:23.434" v="109" actId="47"/>
        <pc:sldMkLst>
          <pc:docMk/>
          <pc:sldMk cId="0" sldId="333"/>
        </pc:sldMkLst>
      </pc:sldChg>
      <pc:sldChg chg="addSp modSp add">
        <pc:chgData name="Debora Paiva" userId="a1d8aff5a619303b" providerId="LiveId" clId="{624AB74B-DDE0-40D0-8D8B-B1B4007C18B6}" dt="2023-04-22T19:55:18.071" v="126"/>
        <pc:sldMkLst>
          <pc:docMk/>
          <pc:sldMk cId="3683261779" sldId="334"/>
        </pc:sldMkLst>
        <pc:spChg chg="add mod">
          <ac:chgData name="Debora Paiva" userId="a1d8aff5a619303b" providerId="LiveId" clId="{624AB74B-DDE0-40D0-8D8B-B1B4007C18B6}" dt="2023-04-22T19:55:18.071" v="126"/>
          <ac:spMkLst>
            <pc:docMk/>
            <pc:sldMk cId="3683261779" sldId="334"/>
            <ac:spMk id="2" creationId="{C18F6442-6765-F37D-A0FF-9CA4FF180160}"/>
          </ac:spMkLst>
        </pc:spChg>
      </pc:sldChg>
      <pc:sldChg chg="addSp delSp modSp add del mod">
        <pc:chgData name="Debora Paiva" userId="a1d8aff5a619303b" providerId="LiveId" clId="{624AB74B-DDE0-40D0-8D8B-B1B4007C18B6}" dt="2023-04-22T19:49:08.036" v="118" actId="47"/>
        <pc:sldMkLst>
          <pc:docMk/>
          <pc:sldMk cId="0" sldId="335"/>
        </pc:sldMkLst>
        <pc:spChg chg="add mod">
          <ac:chgData name="Debora Paiva" userId="a1d8aff5a619303b" providerId="LiveId" clId="{624AB74B-DDE0-40D0-8D8B-B1B4007C18B6}" dt="2023-04-22T19:49:02.840" v="115" actId="21"/>
          <ac:spMkLst>
            <pc:docMk/>
            <pc:sldMk cId="0" sldId="335"/>
            <ac:spMk id="3" creationId="{66658C41-B45D-8A06-2333-7DBF9E234A32}"/>
          </ac:spMkLst>
        </pc:spChg>
        <pc:spChg chg="del">
          <ac:chgData name="Debora Paiva" userId="a1d8aff5a619303b" providerId="LiveId" clId="{624AB74B-DDE0-40D0-8D8B-B1B4007C18B6}" dt="2023-04-22T19:49:02.840" v="115" actId="21"/>
          <ac:spMkLst>
            <pc:docMk/>
            <pc:sldMk cId="0" sldId="335"/>
            <ac:spMk id="40" creationId="{00000000-0000-0000-0000-000000000000}"/>
          </ac:spMkLst>
        </pc:spChg>
      </pc:sldChg>
      <pc:sldChg chg="add">
        <pc:chgData name="Debora Paiva" userId="a1d8aff5a619303b" providerId="LiveId" clId="{624AB74B-DDE0-40D0-8D8B-B1B4007C18B6}" dt="2023-04-22T19:48:56.811" v="114"/>
        <pc:sldMkLst>
          <pc:docMk/>
          <pc:sldMk cId="0" sldId="336"/>
        </pc:sldMkLst>
      </pc:sldChg>
      <pc:sldChg chg="add">
        <pc:chgData name="Debora Paiva" userId="a1d8aff5a619303b" providerId="LiveId" clId="{624AB74B-DDE0-40D0-8D8B-B1B4007C18B6}" dt="2023-04-22T19:48:56.811" v="114"/>
        <pc:sldMkLst>
          <pc:docMk/>
          <pc:sldMk cId="2942897194" sldId="337"/>
        </pc:sldMkLst>
      </pc:sldChg>
      <pc:sldChg chg="add">
        <pc:chgData name="Debora Paiva" userId="a1d8aff5a619303b" providerId="LiveId" clId="{624AB74B-DDE0-40D0-8D8B-B1B4007C18B6}" dt="2023-04-22T19:48:56.811" v="114"/>
        <pc:sldMkLst>
          <pc:docMk/>
          <pc:sldMk cId="610878043" sldId="338"/>
        </pc:sldMkLst>
      </pc:sldChg>
      <pc:sldChg chg="add">
        <pc:chgData name="Debora Paiva" userId="a1d8aff5a619303b" providerId="LiveId" clId="{624AB74B-DDE0-40D0-8D8B-B1B4007C18B6}" dt="2023-04-22T19:48:56.811" v="114"/>
        <pc:sldMkLst>
          <pc:docMk/>
          <pc:sldMk cId="1786226965" sldId="339"/>
        </pc:sldMkLst>
      </pc:sldChg>
      <pc:sldChg chg="add">
        <pc:chgData name="Debora Paiva" userId="a1d8aff5a619303b" providerId="LiveId" clId="{624AB74B-DDE0-40D0-8D8B-B1B4007C18B6}" dt="2023-04-22T19:48:56.811" v="114"/>
        <pc:sldMkLst>
          <pc:docMk/>
          <pc:sldMk cId="0" sldId="340"/>
        </pc:sldMkLst>
      </pc:sldChg>
      <pc:sldChg chg="addSp delSp modSp add del mod">
        <pc:chgData name="Debora Paiva" userId="a1d8aff5a619303b" providerId="LiveId" clId="{624AB74B-DDE0-40D0-8D8B-B1B4007C18B6}" dt="2023-04-22T19:51:16.119" v="122" actId="47"/>
        <pc:sldMkLst>
          <pc:docMk/>
          <pc:sldMk cId="0" sldId="341"/>
        </pc:sldMkLst>
        <pc:spChg chg="add mod">
          <ac:chgData name="Debora Paiva" userId="a1d8aff5a619303b" providerId="LiveId" clId="{624AB74B-DDE0-40D0-8D8B-B1B4007C18B6}" dt="2023-04-22T19:51:09.502" v="120" actId="21"/>
          <ac:spMkLst>
            <pc:docMk/>
            <pc:sldMk cId="0" sldId="341"/>
            <ac:spMk id="3" creationId="{E57361DE-5351-90BF-B85B-49C5B2A03D48}"/>
          </ac:spMkLst>
        </pc:spChg>
        <pc:spChg chg="del">
          <ac:chgData name="Debora Paiva" userId="a1d8aff5a619303b" providerId="LiveId" clId="{624AB74B-DDE0-40D0-8D8B-B1B4007C18B6}" dt="2023-04-22T19:51:09.502" v="120" actId="21"/>
          <ac:spMkLst>
            <pc:docMk/>
            <pc:sldMk cId="0" sldId="341"/>
            <ac:spMk id="40" creationId="{00000000-0000-0000-0000-000000000000}"/>
          </ac:spMkLst>
        </pc:spChg>
      </pc:sldChg>
      <pc:sldChg chg="add">
        <pc:chgData name="Debora Paiva" userId="a1d8aff5a619303b" providerId="LiveId" clId="{624AB74B-DDE0-40D0-8D8B-B1B4007C18B6}" dt="2023-04-22T19:51:03.622" v="119"/>
        <pc:sldMkLst>
          <pc:docMk/>
          <pc:sldMk cId="0" sldId="342"/>
        </pc:sldMkLst>
      </pc:sldChg>
      <pc:sldChg chg="add">
        <pc:chgData name="Debora Paiva" userId="a1d8aff5a619303b" providerId="LiveId" clId="{624AB74B-DDE0-40D0-8D8B-B1B4007C18B6}" dt="2023-04-22T19:51:03.622" v="119"/>
        <pc:sldMkLst>
          <pc:docMk/>
          <pc:sldMk cId="2418943212" sldId="343"/>
        </pc:sldMkLst>
      </pc:sldChg>
      <pc:sldChg chg="add">
        <pc:chgData name="Debora Paiva" userId="a1d8aff5a619303b" providerId="LiveId" clId="{624AB74B-DDE0-40D0-8D8B-B1B4007C18B6}" dt="2023-04-22T19:51:03.622" v="119"/>
        <pc:sldMkLst>
          <pc:docMk/>
          <pc:sldMk cId="3982232763" sldId="344"/>
        </pc:sldMkLst>
      </pc:sldChg>
      <pc:sldChg chg="add">
        <pc:chgData name="Debora Paiva" userId="a1d8aff5a619303b" providerId="LiveId" clId="{624AB74B-DDE0-40D0-8D8B-B1B4007C18B6}" dt="2023-04-22T19:51:03.622" v="119"/>
        <pc:sldMkLst>
          <pc:docMk/>
          <pc:sldMk cId="0" sldId="345"/>
        </pc:sldMkLst>
      </pc:sldChg>
      <pc:sldChg chg="addSp delSp modSp new mod">
        <pc:chgData name="Debora Paiva" userId="a1d8aff5a619303b" providerId="LiveId" clId="{624AB74B-DDE0-40D0-8D8B-B1B4007C18B6}" dt="2023-04-22T19:56:08.846" v="137"/>
        <pc:sldMkLst>
          <pc:docMk/>
          <pc:sldMk cId="807858001" sldId="346"/>
        </pc:sldMkLst>
        <pc:spChg chg="del">
          <ac:chgData name="Debora Paiva" userId="a1d8aff5a619303b" providerId="LiveId" clId="{624AB74B-DDE0-40D0-8D8B-B1B4007C18B6}" dt="2023-04-22T19:55:32.828" v="132" actId="478"/>
          <ac:spMkLst>
            <pc:docMk/>
            <pc:sldMk cId="807858001" sldId="346"/>
            <ac:spMk id="2" creationId="{2B851481-FDC7-7664-6DBB-EC338CB9BDBA}"/>
          </ac:spMkLst>
        </pc:spChg>
        <pc:spChg chg="add mod">
          <ac:chgData name="Debora Paiva" userId="a1d8aff5a619303b" providerId="LiveId" clId="{624AB74B-DDE0-40D0-8D8B-B1B4007C18B6}" dt="2023-04-22T19:56:08.846" v="137"/>
          <ac:spMkLst>
            <pc:docMk/>
            <pc:sldMk cId="807858001" sldId="346"/>
            <ac:spMk id="3" creationId="{924609EC-3873-7620-6993-7A5F8D472F29}"/>
          </ac:spMkLst>
        </pc:spChg>
      </pc:sldChg>
      <pc:sldChg chg="addSp delSp modSp add del mod">
        <pc:chgData name="Debora Paiva" userId="a1d8aff5a619303b" providerId="LiveId" clId="{624AB74B-DDE0-40D0-8D8B-B1B4007C18B6}" dt="2023-04-22T19:55:21.699" v="127" actId="47"/>
        <pc:sldMkLst>
          <pc:docMk/>
          <pc:sldMk cId="0" sldId="347"/>
        </pc:sldMkLst>
        <pc:spChg chg="add mod">
          <ac:chgData name="Debora Paiva" userId="a1d8aff5a619303b" providerId="LiveId" clId="{624AB74B-DDE0-40D0-8D8B-B1B4007C18B6}" dt="2023-04-22T19:55:15.277" v="125" actId="21"/>
          <ac:spMkLst>
            <pc:docMk/>
            <pc:sldMk cId="0" sldId="347"/>
            <ac:spMk id="3" creationId="{838D7A27-F10D-F191-80D8-249930A72876}"/>
          </ac:spMkLst>
        </pc:spChg>
        <pc:spChg chg="del">
          <ac:chgData name="Debora Paiva" userId="a1d8aff5a619303b" providerId="LiveId" clId="{624AB74B-DDE0-40D0-8D8B-B1B4007C18B6}" dt="2023-04-22T19:55:15.277" v="125" actId="21"/>
          <ac:spMkLst>
            <pc:docMk/>
            <pc:sldMk cId="0" sldId="347"/>
            <ac:spMk id="40" creationId="{00000000-0000-0000-0000-000000000000}"/>
          </ac:spMkLst>
        </pc:spChg>
      </pc:sldChg>
      <pc:sldChg chg="add">
        <pc:chgData name="Debora Paiva" userId="a1d8aff5a619303b" providerId="LiveId" clId="{624AB74B-DDE0-40D0-8D8B-B1B4007C18B6}" dt="2023-04-22T19:55:10.538" v="124"/>
        <pc:sldMkLst>
          <pc:docMk/>
          <pc:sldMk cId="0" sldId="348"/>
        </pc:sldMkLst>
      </pc:sldChg>
      <pc:sldChg chg="add">
        <pc:chgData name="Debora Paiva" userId="a1d8aff5a619303b" providerId="LiveId" clId="{624AB74B-DDE0-40D0-8D8B-B1B4007C18B6}" dt="2023-04-22T19:55:10.538" v="124"/>
        <pc:sldMkLst>
          <pc:docMk/>
          <pc:sldMk cId="4118371994" sldId="349"/>
        </pc:sldMkLst>
      </pc:sldChg>
      <pc:sldChg chg="add">
        <pc:chgData name="Debora Paiva" userId="a1d8aff5a619303b" providerId="LiveId" clId="{624AB74B-DDE0-40D0-8D8B-B1B4007C18B6}" dt="2023-04-22T19:55:10.538" v="124"/>
        <pc:sldMkLst>
          <pc:docMk/>
          <pc:sldMk cId="2903051800" sldId="350"/>
        </pc:sldMkLst>
      </pc:sldChg>
      <pc:sldChg chg="add">
        <pc:chgData name="Debora Paiva" userId="a1d8aff5a619303b" providerId="LiveId" clId="{624AB74B-DDE0-40D0-8D8B-B1B4007C18B6}" dt="2023-04-22T19:55:10.538" v="124"/>
        <pc:sldMkLst>
          <pc:docMk/>
          <pc:sldMk cId="832953668" sldId="351"/>
        </pc:sldMkLst>
      </pc:sldChg>
      <pc:sldChg chg="add">
        <pc:chgData name="Debora Paiva" userId="a1d8aff5a619303b" providerId="LiveId" clId="{624AB74B-DDE0-40D0-8D8B-B1B4007C18B6}" dt="2023-04-22T19:55:10.538" v="124"/>
        <pc:sldMkLst>
          <pc:docMk/>
          <pc:sldMk cId="0" sldId="352"/>
        </pc:sldMkLst>
      </pc:sldChg>
      <pc:sldChg chg="addSp modSp add">
        <pc:chgData name="Debora Paiva" userId="a1d8aff5a619303b" providerId="LiveId" clId="{624AB74B-DDE0-40D0-8D8B-B1B4007C18B6}" dt="2023-04-22T19:56:43.121" v="140"/>
        <pc:sldMkLst>
          <pc:docMk/>
          <pc:sldMk cId="1044460709" sldId="353"/>
        </pc:sldMkLst>
        <pc:spChg chg="add mod">
          <ac:chgData name="Debora Paiva" userId="a1d8aff5a619303b" providerId="LiveId" clId="{624AB74B-DDE0-40D0-8D8B-B1B4007C18B6}" dt="2023-04-22T19:56:43.121" v="140"/>
          <ac:spMkLst>
            <pc:docMk/>
            <pc:sldMk cId="1044460709" sldId="353"/>
            <ac:spMk id="2" creationId="{ADE060AA-380A-1A47-4B13-D1FE8B638433}"/>
          </ac:spMkLst>
        </pc:spChg>
      </pc:sldChg>
      <pc:sldChg chg="add del">
        <pc:chgData name="Debora Paiva" userId="a1d8aff5a619303b" providerId="LiveId" clId="{624AB74B-DDE0-40D0-8D8B-B1B4007C18B6}" dt="2023-04-22T19:55:29.468" v="131"/>
        <pc:sldMkLst>
          <pc:docMk/>
          <pc:sldMk cId="1575302686" sldId="353"/>
        </pc:sldMkLst>
      </pc:sldChg>
      <pc:sldChg chg="add del">
        <pc:chgData name="Debora Paiva" userId="a1d8aff5a619303b" providerId="LiveId" clId="{624AB74B-DDE0-40D0-8D8B-B1B4007C18B6}" dt="2023-04-22T19:55:29.044" v="130"/>
        <pc:sldMkLst>
          <pc:docMk/>
          <pc:sldMk cId="1257518282" sldId="354"/>
        </pc:sldMkLst>
      </pc:sldChg>
      <pc:sldChg chg="addSp modSp add">
        <pc:chgData name="Debora Paiva" userId="a1d8aff5a619303b" providerId="LiveId" clId="{624AB74B-DDE0-40D0-8D8B-B1B4007C18B6}" dt="2023-04-22T19:57:13.112" v="145"/>
        <pc:sldMkLst>
          <pc:docMk/>
          <pc:sldMk cId="2112978030" sldId="354"/>
        </pc:sldMkLst>
        <pc:spChg chg="add mod">
          <ac:chgData name="Debora Paiva" userId="a1d8aff5a619303b" providerId="LiveId" clId="{624AB74B-DDE0-40D0-8D8B-B1B4007C18B6}" dt="2023-04-22T19:57:13.112" v="145"/>
          <ac:spMkLst>
            <pc:docMk/>
            <pc:sldMk cId="2112978030" sldId="354"/>
            <ac:spMk id="2" creationId="{DE2A1D67-39D6-A9FE-253A-D8F9FBB7DF9C}"/>
          </ac:spMkLst>
        </pc:spChg>
      </pc:sldChg>
      <pc:sldChg chg="addSp delSp modSp add del mod">
        <pc:chgData name="Debora Paiva" userId="a1d8aff5a619303b" providerId="LiveId" clId="{624AB74B-DDE0-40D0-8D8B-B1B4007C18B6}" dt="2023-04-22T19:56:10.839" v="138" actId="47"/>
        <pc:sldMkLst>
          <pc:docMk/>
          <pc:sldMk cId="0" sldId="355"/>
        </pc:sldMkLst>
        <pc:spChg chg="add mod">
          <ac:chgData name="Debora Paiva" userId="a1d8aff5a619303b" providerId="LiveId" clId="{624AB74B-DDE0-40D0-8D8B-B1B4007C18B6}" dt="2023-04-22T19:56:06.428" v="136" actId="21"/>
          <ac:spMkLst>
            <pc:docMk/>
            <pc:sldMk cId="0" sldId="355"/>
            <ac:spMk id="3" creationId="{C1801316-A95E-F9F4-A4CD-E8D3F167BFF0}"/>
          </ac:spMkLst>
        </pc:spChg>
        <pc:spChg chg="del">
          <ac:chgData name="Debora Paiva" userId="a1d8aff5a619303b" providerId="LiveId" clId="{624AB74B-DDE0-40D0-8D8B-B1B4007C18B6}" dt="2023-04-22T19:56:06.428" v="136" actId="21"/>
          <ac:spMkLst>
            <pc:docMk/>
            <pc:sldMk cId="0" sldId="355"/>
            <ac:spMk id="40" creationId="{00000000-0000-0000-0000-000000000000}"/>
          </ac:spMkLst>
        </pc:spChg>
      </pc:sldChg>
      <pc:sldChg chg="add">
        <pc:chgData name="Debora Paiva" userId="a1d8aff5a619303b" providerId="LiveId" clId="{624AB74B-DDE0-40D0-8D8B-B1B4007C18B6}" dt="2023-04-22T19:56:02.230" v="135"/>
        <pc:sldMkLst>
          <pc:docMk/>
          <pc:sldMk cId="0" sldId="356"/>
        </pc:sldMkLst>
      </pc:sldChg>
      <pc:sldChg chg="add">
        <pc:chgData name="Debora Paiva" userId="a1d8aff5a619303b" providerId="LiveId" clId="{624AB74B-DDE0-40D0-8D8B-B1B4007C18B6}" dt="2023-04-22T19:56:02.230" v="135"/>
        <pc:sldMkLst>
          <pc:docMk/>
          <pc:sldMk cId="2288102566" sldId="357"/>
        </pc:sldMkLst>
      </pc:sldChg>
      <pc:sldChg chg="add">
        <pc:chgData name="Debora Paiva" userId="a1d8aff5a619303b" providerId="LiveId" clId="{624AB74B-DDE0-40D0-8D8B-B1B4007C18B6}" dt="2023-04-22T19:56:02.230" v="135"/>
        <pc:sldMkLst>
          <pc:docMk/>
          <pc:sldMk cId="216235380" sldId="358"/>
        </pc:sldMkLst>
      </pc:sldChg>
      <pc:sldChg chg="add">
        <pc:chgData name="Debora Paiva" userId="a1d8aff5a619303b" providerId="LiveId" clId="{624AB74B-DDE0-40D0-8D8B-B1B4007C18B6}" dt="2023-04-22T19:56:02.230" v="135"/>
        <pc:sldMkLst>
          <pc:docMk/>
          <pc:sldMk cId="1390603255" sldId="359"/>
        </pc:sldMkLst>
      </pc:sldChg>
      <pc:sldChg chg="add">
        <pc:chgData name="Debora Paiva" userId="a1d8aff5a619303b" providerId="LiveId" clId="{624AB74B-DDE0-40D0-8D8B-B1B4007C18B6}" dt="2023-04-22T19:56:02.230" v="135"/>
        <pc:sldMkLst>
          <pc:docMk/>
          <pc:sldMk cId="768229972" sldId="360"/>
        </pc:sldMkLst>
      </pc:sldChg>
      <pc:sldChg chg="add">
        <pc:chgData name="Debora Paiva" userId="a1d8aff5a619303b" providerId="LiveId" clId="{624AB74B-DDE0-40D0-8D8B-B1B4007C18B6}" dt="2023-04-22T19:56:02.230" v="135"/>
        <pc:sldMkLst>
          <pc:docMk/>
          <pc:sldMk cId="0" sldId="361"/>
        </pc:sldMkLst>
      </pc:sldChg>
      <pc:sldChg chg="add del">
        <pc:chgData name="Debora Paiva" userId="a1d8aff5a619303b" providerId="LiveId" clId="{624AB74B-DDE0-40D0-8D8B-B1B4007C18B6}" dt="2023-04-22T19:56:45.690" v="141" actId="47"/>
        <pc:sldMkLst>
          <pc:docMk/>
          <pc:sldMk cId="0" sldId="362"/>
        </pc:sldMkLst>
      </pc:sldChg>
      <pc:sldChg chg="add">
        <pc:chgData name="Debora Paiva" userId="a1d8aff5a619303b" providerId="LiveId" clId="{624AB74B-DDE0-40D0-8D8B-B1B4007C18B6}" dt="2023-04-22T19:56:37.030" v="139"/>
        <pc:sldMkLst>
          <pc:docMk/>
          <pc:sldMk cId="0" sldId="363"/>
        </pc:sldMkLst>
      </pc:sldChg>
      <pc:sldChg chg="add">
        <pc:chgData name="Debora Paiva" userId="a1d8aff5a619303b" providerId="LiveId" clId="{624AB74B-DDE0-40D0-8D8B-B1B4007C18B6}" dt="2023-04-22T19:56:37.030" v="139"/>
        <pc:sldMkLst>
          <pc:docMk/>
          <pc:sldMk cId="869498196" sldId="364"/>
        </pc:sldMkLst>
      </pc:sldChg>
      <pc:sldChg chg="add">
        <pc:chgData name="Debora Paiva" userId="a1d8aff5a619303b" providerId="LiveId" clId="{624AB74B-DDE0-40D0-8D8B-B1B4007C18B6}" dt="2023-04-22T19:56:37.030" v="139"/>
        <pc:sldMkLst>
          <pc:docMk/>
          <pc:sldMk cId="391925825" sldId="365"/>
        </pc:sldMkLst>
      </pc:sldChg>
      <pc:sldChg chg="add">
        <pc:chgData name="Debora Paiva" userId="a1d8aff5a619303b" providerId="LiveId" clId="{624AB74B-DDE0-40D0-8D8B-B1B4007C18B6}" dt="2023-04-22T19:56:37.030" v="139"/>
        <pc:sldMkLst>
          <pc:docMk/>
          <pc:sldMk cId="4114980886" sldId="366"/>
        </pc:sldMkLst>
      </pc:sldChg>
      <pc:sldChg chg="add">
        <pc:chgData name="Debora Paiva" userId="a1d8aff5a619303b" providerId="LiveId" clId="{624AB74B-DDE0-40D0-8D8B-B1B4007C18B6}" dt="2023-04-22T19:56:37.030" v="139"/>
        <pc:sldMkLst>
          <pc:docMk/>
          <pc:sldMk cId="0" sldId="367"/>
        </pc:sldMkLst>
      </pc:sldChg>
      <pc:sldChg chg="add">
        <pc:chgData name="Debora Paiva" userId="a1d8aff5a619303b" providerId="LiveId" clId="{624AB74B-DDE0-40D0-8D8B-B1B4007C18B6}" dt="2023-04-22T19:56:54.174" v="142"/>
        <pc:sldMkLst>
          <pc:docMk/>
          <pc:sldMk cId="1936334744" sldId="368"/>
        </pc:sldMkLst>
      </pc:sldChg>
      <pc:sldChg chg="addSp delSp modSp add del mod">
        <pc:chgData name="Debora Paiva" userId="a1d8aff5a619303b" providerId="LiveId" clId="{624AB74B-DDE0-40D0-8D8B-B1B4007C18B6}" dt="2023-04-22T19:57:14.943" v="146" actId="47"/>
        <pc:sldMkLst>
          <pc:docMk/>
          <pc:sldMk cId="0" sldId="369"/>
        </pc:sldMkLst>
        <pc:spChg chg="add mod">
          <ac:chgData name="Debora Paiva" userId="a1d8aff5a619303b" providerId="LiveId" clId="{624AB74B-DDE0-40D0-8D8B-B1B4007C18B6}" dt="2023-04-22T19:57:11.908" v="144" actId="21"/>
          <ac:spMkLst>
            <pc:docMk/>
            <pc:sldMk cId="0" sldId="369"/>
            <ac:spMk id="3" creationId="{1FC7B35D-DE1E-439F-0F8E-CE66683A87FC}"/>
          </ac:spMkLst>
        </pc:spChg>
        <pc:spChg chg="del">
          <ac:chgData name="Debora Paiva" userId="a1d8aff5a619303b" providerId="LiveId" clId="{624AB74B-DDE0-40D0-8D8B-B1B4007C18B6}" dt="2023-04-22T19:57:11.908" v="144" actId="21"/>
          <ac:spMkLst>
            <pc:docMk/>
            <pc:sldMk cId="0" sldId="369"/>
            <ac:spMk id="40" creationId="{00000000-0000-0000-0000-000000000000}"/>
          </ac:spMkLst>
        </pc:spChg>
      </pc:sldChg>
      <pc:sldChg chg="add">
        <pc:chgData name="Debora Paiva" userId="a1d8aff5a619303b" providerId="LiveId" clId="{624AB74B-DDE0-40D0-8D8B-B1B4007C18B6}" dt="2023-04-22T19:57:08.048" v="143"/>
        <pc:sldMkLst>
          <pc:docMk/>
          <pc:sldMk cId="0" sldId="370"/>
        </pc:sldMkLst>
      </pc:sldChg>
      <pc:sldChg chg="add">
        <pc:chgData name="Debora Paiva" userId="a1d8aff5a619303b" providerId="LiveId" clId="{624AB74B-DDE0-40D0-8D8B-B1B4007C18B6}" dt="2023-04-22T19:57:08.048" v="143"/>
        <pc:sldMkLst>
          <pc:docMk/>
          <pc:sldMk cId="3867701257" sldId="371"/>
        </pc:sldMkLst>
      </pc:sldChg>
      <pc:sldChg chg="add">
        <pc:chgData name="Debora Paiva" userId="a1d8aff5a619303b" providerId="LiveId" clId="{624AB74B-DDE0-40D0-8D8B-B1B4007C18B6}" dt="2023-04-22T19:57:08.048" v="143"/>
        <pc:sldMkLst>
          <pc:docMk/>
          <pc:sldMk cId="862948456" sldId="372"/>
        </pc:sldMkLst>
      </pc:sldChg>
      <pc:sldChg chg="add">
        <pc:chgData name="Debora Paiva" userId="a1d8aff5a619303b" providerId="LiveId" clId="{624AB74B-DDE0-40D0-8D8B-B1B4007C18B6}" dt="2023-04-22T19:57:08.048" v="143"/>
        <pc:sldMkLst>
          <pc:docMk/>
          <pc:sldMk cId="1411007851" sldId="373"/>
        </pc:sldMkLst>
      </pc:sldChg>
      <pc:sldChg chg="add">
        <pc:chgData name="Debora Paiva" userId="a1d8aff5a619303b" providerId="LiveId" clId="{624AB74B-DDE0-40D0-8D8B-B1B4007C18B6}" dt="2023-04-22T19:57:08.048" v="143"/>
        <pc:sldMkLst>
          <pc:docMk/>
          <pc:sldMk cId="0" sldId="374"/>
        </pc:sldMkLst>
      </pc:sldChg>
      <pc:sldChg chg="addSp delSp modSp add mod">
        <pc:chgData name="Debora Paiva" userId="a1d8aff5a619303b" providerId="LiveId" clId="{624AB74B-DDE0-40D0-8D8B-B1B4007C18B6}" dt="2023-04-22T20:34:55.162" v="1057" actId="6549"/>
        <pc:sldMkLst>
          <pc:docMk/>
          <pc:sldMk cId="809570243" sldId="375"/>
        </pc:sldMkLst>
        <pc:spChg chg="del">
          <ac:chgData name="Debora Paiva" userId="a1d8aff5a619303b" providerId="LiveId" clId="{624AB74B-DDE0-40D0-8D8B-B1B4007C18B6}" dt="2023-04-22T20:04:36.293" v="149" actId="478"/>
          <ac:spMkLst>
            <pc:docMk/>
            <pc:sldMk cId="809570243" sldId="375"/>
            <ac:spMk id="2" creationId="{00000000-0000-0000-0000-000000000000}"/>
          </ac:spMkLst>
        </pc:spChg>
        <pc:spChg chg="add del mod">
          <ac:chgData name="Debora Paiva" userId="a1d8aff5a619303b" providerId="LiveId" clId="{624AB74B-DDE0-40D0-8D8B-B1B4007C18B6}" dt="2023-04-22T20:04:37.654" v="150" actId="478"/>
          <ac:spMkLst>
            <pc:docMk/>
            <pc:sldMk cId="809570243" sldId="375"/>
            <ac:spMk id="4" creationId="{57A238D0-6CF1-89B8-9B23-81D576977C65}"/>
          </ac:spMkLst>
        </pc:spChg>
        <pc:spChg chg="add mod">
          <ac:chgData name="Debora Paiva" userId="a1d8aff5a619303b" providerId="LiveId" clId="{624AB74B-DDE0-40D0-8D8B-B1B4007C18B6}" dt="2023-04-22T20:34:55.162" v="1057" actId="6549"/>
          <ac:spMkLst>
            <pc:docMk/>
            <pc:sldMk cId="809570243" sldId="375"/>
            <ac:spMk id="5" creationId="{FA67C2E1-691F-1C35-20CF-BC7FFE93496A}"/>
          </ac:spMkLst>
        </pc:spChg>
      </pc:sldChg>
      <pc:sldChg chg="addSp delSp modSp add del mod">
        <pc:chgData name="Debora Paiva" userId="a1d8aff5a619303b" providerId="LiveId" clId="{624AB74B-DDE0-40D0-8D8B-B1B4007C18B6}" dt="2023-04-22T20:41:07.248" v="1140" actId="47"/>
        <pc:sldMkLst>
          <pc:docMk/>
          <pc:sldMk cId="2280777958" sldId="376"/>
        </pc:sldMkLst>
        <pc:spChg chg="del">
          <ac:chgData name="Debora Paiva" userId="a1d8aff5a619303b" providerId="LiveId" clId="{624AB74B-DDE0-40D0-8D8B-B1B4007C18B6}" dt="2023-04-22T20:04:41.159" v="151" actId="478"/>
          <ac:spMkLst>
            <pc:docMk/>
            <pc:sldMk cId="2280777958" sldId="376"/>
            <ac:spMk id="2" creationId="{00000000-0000-0000-0000-000000000000}"/>
          </ac:spMkLst>
        </pc:spChg>
        <pc:spChg chg="add del mod">
          <ac:chgData name="Debora Paiva" userId="a1d8aff5a619303b" providerId="LiveId" clId="{624AB74B-DDE0-40D0-8D8B-B1B4007C18B6}" dt="2023-04-22T20:04:41.830" v="152" actId="478"/>
          <ac:spMkLst>
            <pc:docMk/>
            <pc:sldMk cId="2280777958" sldId="376"/>
            <ac:spMk id="4" creationId="{983D5398-497A-87B8-6AFA-D78AC099FA27}"/>
          </ac:spMkLst>
        </pc:spChg>
        <pc:spChg chg="add mod">
          <ac:chgData name="Debora Paiva" userId="a1d8aff5a619303b" providerId="LiveId" clId="{624AB74B-DDE0-40D0-8D8B-B1B4007C18B6}" dt="2023-04-22T20:06:22.691" v="338" actId="404"/>
          <ac:spMkLst>
            <pc:docMk/>
            <pc:sldMk cId="2280777958" sldId="376"/>
            <ac:spMk id="5" creationId="{E967B39C-3CFA-8D57-8CAA-0EBA6EFFB98A}"/>
          </ac:spMkLst>
        </pc:spChg>
      </pc:sldChg>
      <pc:sldChg chg="add">
        <pc:chgData name="Debora Paiva" userId="a1d8aff5a619303b" providerId="LiveId" clId="{624AB74B-DDE0-40D0-8D8B-B1B4007C18B6}" dt="2023-04-22T20:07:12.405" v="341"/>
        <pc:sldMkLst>
          <pc:docMk/>
          <pc:sldMk cId="2392187076" sldId="377"/>
        </pc:sldMkLst>
      </pc:sldChg>
      <pc:sldChg chg="addSp delSp modSp add mod modClrScheme chgLayout">
        <pc:chgData name="Debora Paiva" userId="a1d8aff5a619303b" providerId="LiveId" clId="{624AB74B-DDE0-40D0-8D8B-B1B4007C18B6}" dt="2023-04-22T20:31:12.537" v="958" actId="207"/>
        <pc:sldMkLst>
          <pc:docMk/>
          <pc:sldMk cId="2931001744" sldId="378"/>
        </pc:sldMkLst>
        <pc:spChg chg="add del mod">
          <ac:chgData name="Debora Paiva" userId="a1d8aff5a619303b" providerId="LiveId" clId="{624AB74B-DDE0-40D0-8D8B-B1B4007C18B6}" dt="2023-04-22T20:14:20.283" v="483" actId="478"/>
          <ac:spMkLst>
            <pc:docMk/>
            <pc:sldMk cId="2931001744" sldId="378"/>
            <ac:spMk id="3" creationId="{B02BBDEA-B654-41BC-4080-455BA827ACA6}"/>
          </ac:spMkLst>
        </pc:spChg>
        <pc:spChg chg="add del mod ord">
          <ac:chgData name="Debora Paiva" userId="a1d8aff5a619303b" providerId="LiveId" clId="{624AB74B-DDE0-40D0-8D8B-B1B4007C18B6}" dt="2023-04-22T20:13:58.594" v="480" actId="700"/>
          <ac:spMkLst>
            <pc:docMk/>
            <pc:sldMk cId="2931001744" sldId="378"/>
            <ac:spMk id="4" creationId="{002A34E7-2D82-F80D-6569-288E4045F1A7}"/>
          </ac:spMkLst>
        </pc:spChg>
        <pc:spChg chg="add del mod">
          <ac:chgData name="Debora Paiva" userId="a1d8aff5a619303b" providerId="LiveId" clId="{624AB74B-DDE0-40D0-8D8B-B1B4007C18B6}" dt="2023-04-22T20:13:57.296" v="477" actId="478"/>
          <ac:spMkLst>
            <pc:docMk/>
            <pc:sldMk cId="2931001744" sldId="378"/>
            <ac:spMk id="6" creationId="{DE537F94-81E0-FF64-6F08-5542E7B4CA23}"/>
          </ac:spMkLst>
        </pc:spChg>
        <pc:spChg chg="add del mod">
          <ac:chgData name="Debora Paiva" userId="a1d8aff5a619303b" providerId="LiveId" clId="{624AB74B-DDE0-40D0-8D8B-B1B4007C18B6}" dt="2023-04-22T20:13:54.407" v="475"/>
          <ac:spMkLst>
            <pc:docMk/>
            <pc:sldMk cId="2931001744" sldId="378"/>
            <ac:spMk id="7" creationId="{C08BC143-C079-AEF2-6BB4-3A37F5250E78}"/>
          </ac:spMkLst>
        </pc:spChg>
        <pc:spChg chg="add del mod">
          <ac:chgData name="Debora Paiva" userId="a1d8aff5a619303b" providerId="LiveId" clId="{624AB74B-DDE0-40D0-8D8B-B1B4007C18B6}" dt="2023-04-22T20:13:52.193" v="468"/>
          <ac:spMkLst>
            <pc:docMk/>
            <pc:sldMk cId="2931001744" sldId="378"/>
            <ac:spMk id="8" creationId="{464598C8-3A18-B71A-7FF6-33EAE670B10F}"/>
          </ac:spMkLst>
        </pc:spChg>
        <pc:spChg chg="add del mod">
          <ac:chgData name="Debora Paiva" userId="a1d8aff5a619303b" providerId="LiveId" clId="{624AB74B-DDE0-40D0-8D8B-B1B4007C18B6}" dt="2023-04-22T20:13:31.036" v="463"/>
          <ac:spMkLst>
            <pc:docMk/>
            <pc:sldMk cId="2931001744" sldId="378"/>
            <ac:spMk id="9" creationId="{6326E475-0769-A953-9A33-D34556C02EB6}"/>
          </ac:spMkLst>
        </pc:spChg>
        <pc:spChg chg="add del mod ord">
          <ac:chgData name="Debora Paiva" userId="a1d8aff5a619303b" providerId="LiveId" clId="{624AB74B-DDE0-40D0-8D8B-B1B4007C18B6}" dt="2023-04-22T20:20:16.478" v="593" actId="20577"/>
          <ac:spMkLst>
            <pc:docMk/>
            <pc:sldMk cId="2931001744" sldId="378"/>
            <ac:spMk id="51" creationId="{00000000-0000-0000-0000-000000000000}"/>
          </ac:spMkLst>
        </pc:spChg>
        <pc:spChg chg="mod ord">
          <ac:chgData name="Debora Paiva" userId="a1d8aff5a619303b" providerId="LiveId" clId="{624AB74B-DDE0-40D0-8D8B-B1B4007C18B6}" dt="2023-04-22T20:31:12.537" v="958" actId="207"/>
          <ac:spMkLst>
            <pc:docMk/>
            <pc:sldMk cId="2931001744" sldId="378"/>
            <ac:spMk id="52" creationId="{00000000-0000-0000-0000-000000000000}"/>
          </ac:spMkLst>
        </pc:spChg>
      </pc:sldChg>
      <pc:sldChg chg="add del">
        <pc:chgData name="Debora Paiva" userId="a1d8aff5a619303b" providerId="LiveId" clId="{624AB74B-DDE0-40D0-8D8B-B1B4007C18B6}" dt="2023-04-22T20:41:14.372" v="1141" actId="47"/>
        <pc:sldMkLst>
          <pc:docMk/>
          <pc:sldMk cId="313174147" sldId="379"/>
        </pc:sldMkLst>
      </pc:sldChg>
      <pc:sldChg chg="modSp new mod">
        <pc:chgData name="Debora Paiva" userId="a1d8aff5a619303b" providerId="LiveId" clId="{624AB74B-DDE0-40D0-8D8B-B1B4007C18B6}" dt="2023-04-22T20:37:35.812" v="1133" actId="27636"/>
        <pc:sldMkLst>
          <pc:docMk/>
          <pc:sldMk cId="2443762997" sldId="380"/>
        </pc:sldMkLst>
        <pc:spChg chg="mod">
          <ac:chgData name="Debora Paiva" userId="a1d8aff5a619303b" providerId="LiveId" clId="{624AB74B-DDE0-40D0-8D8B-B1B4007C18B6}" dt="2023-04-22T20:37:35.812" v="1133" actId="27636"/>
          <ac:spMkLst>
            <pc:docMk/>
            <pc:sldMk cId="2443762997" sldId="380"/>
            <ac:spMk id="2" creationId="{AD81129D-D747-1F38-DD67-EEB32DF1BCD1}"/>
          </ac:spMkLst>
        </pc:spChg>
        <pc:spChg chg="mod">
          <ac:chgData name="Debora Paiva" userId="a1d8aff5a619303b" providerId="LiveId" clId="{624AB74B-DDE0-40D0-8D8B-B1B4007C18B6}" dt="2023-04-22T20:37:03.715" v="1118" actId="207"/>
          <ac:spMkLst>
            <pc:docMk/>
            <pc:sldMk cId="2443762997" sldId="380"/>
            <ac:spMk id="3" creationId="{18128533-FEDA-FB49-A659-B737399F650D}"/>
          </ac:spMkLst>
        </pc:spChg>
      </pc:sldChg>
      <pc:sldChg chg="addSp delSp modSp new mod ord">
        <pc:chgData name="Debora Paiva" userId="a1d8aff5a619303b" providerId="LiveId" clId="{624AB74B-DDE0-40D0-8D8B-B1B4007C18B6}" dt="2023-04-22T20:34:43.226" v="1055" actId="313"/>
        <pc:sldMkLst>
          <pc:docMk/>
          <pc:sldMk cId="783451008" sldId="381"/>
        </pc:sldMkLst>
        <pc:spChg chg="mod">
          <ac:chgData name="Debora Paiva" userId="a1d8aff5a619303b" providerId="LiveId" clId="{624AB74B-DDE0-40D0-8D8B-B1B4007C18B6}" dt="2023-04-22T20:34:43.226" v="1055" actId="313"/>
          <ac:spMkLst>
            <pc:docMk/>
            <pc:sldMk cId="783451008" sldId="381"/>
            <ac:spMk id="2" creationId="{22300F1E-034D-840D-C0B8-3485FB9F41B3}"/>
          </ac:spMkLst>
        </pc:spChg>
        <pc:spChg chg="del">
          <ac:chgData name="Debora Paiva" userId="a1d8aff5a619303b" providerId="LiveId" clId="{624AB74B-DDE0-40D0-8D8B-B1B4007C18B6}" dt="2023-04-22T20:22:04.574" v="682" actId="478"/>
          <ac:spMkLst>
            <pc:docMk/>
            <pc:sldMk cId="783451008" sldId="381"/>
            <ac:spMk id="3" creationId="{4AC06BE6-8288-791D-447F-ED6F01779B6F}"/>
          </ac:spMkLst>
        </pc:spChg>
        <pc:spChg chg="add mod">
          <ac:chgData name="Debora Paiva" userId="a1d8aff5a619303b" providerId="LiveId" clId="{624AB74B-DDE0-40D0-8D8B-B1B4007C18B6}" dt="2023-04-22T20:28:41.754" v="803" actId="1076"/>
          <ac:spMkLst>
            <pc:docMk/>
            <pc:sldMk cId="783451008" sldId="381"/>
            <ac:spMk id="6" creationId="{463969E3-3DF1-EE30-B969-B24777AFAD87}"/>
          </ac:spMkLst>
        </pc:spChg>
        <pc:graphicFrameChg chg="add mod modGraphic">
          <ac:chgData name="Debora Paiva" userId="a1d8aff5a619303b" providerId="LiveId" clId="{624AB74B-DDE0-40D0-8D8B-B1B4007C18B6}" dt="2023-04-22T20:28:34.931" v="801" actId="1076"/>
          <ac:graphicFrameMkLst>
            <pc:docMk/>
            <pc:sldMk cId="783451008" sldId="381"/>
            <ac:graphicFrameMk id="4" creationId="{987D5FA7-B016-8BDE-D346-0846AE53EC5F}"/>
          </ac:graphicFrameMkLst>
        </pc:graphicFrameChg>
      </pc:sldChg>
      <pc:sldChg chg="modSp add del mod">
        <pc:chgData name="Debora Paiva" userId="a1d8aff5a619303b" providerId="LiveId" clId="{624AB74B-DDE0-40D0-8D8B-B1B4007C18B6}" dt="2023-04-22T20:41:04.673" v="1139" actId="47"/>
        <pc:sldMkLst>
          <pc:docMk/>
          <pc:sldMk cId="3528262074" sldId="382"/>
        </pc:sldMkLst>
        <pc:spChg chg="mod">
          <ac:chgData name="Debora Paiva" userId="a1d8aff5a619303b" providerId="LiveId" clId="{624AB74B-DDE0-40D0-8D8B-B1B4007C18B6}" dt="2023-04-22T20:37:50.133" v="1137" actId="20577"/>
          <ac:spMkLst>
            <pc:docMk/>
            <pc:sldMk cId="3528262074" sldId="382"/>
            <ac:spMk id="52" creationId="{00000000-0000-0000-0000-000000000000}"/>
          </ac:spMkLst>
        </pc:spChg>
      </pc:sldChg>
      <pc:sldChg chg="addSp modSp new mod">
        <pc:chgData name="Debora Paiva" userId="a1d8aff5a619303b" providerId="LiveId" clId="{624AB74B-DDE0-40D0-8D8B-B1B4007C18B6}" dt="2023-04-22T20:45:43.779" v="1271" actId="1076"/>
        <pc:sldMkLst>
          <pc:docMk/>
          <pc:sldMk cId="1874675900" sldId="383"/>
        </pc:sldMkLst>
        <pc:spChg chg="mod">
          <ac:chgData name="Debora Paiva" userId="a1d8aff5a619303b" providerId="LiveId" clId="{624AB74B-DDE0-40D0-8D8B-B1B4007C18B6}" dt="2023-04-22T20:42:45.708" v="1160" actId="14100"/>
          <ac:spMkLst>
            <pc:docMk/>
            <pc:sldMk cId="1874675900" sldId="383"/>
            <ac:spMk id="3" creationId="{55F56853-18C4-FB33-DCA5-188F18BE3404}"/>
          </ac:spMkLst>
        </pc:spChg>
        <pc:graphicFrameChg chg="add mod modGraphic">
          <ac:chgData name="Debora Paiva" userId="a1d8aff5a619303b" providerId="LiveId" clId="{624AB74B-DDE0-40D0-8D8B-B1B4007C18B6}" dt="2023-04-22T20:45:43.779" v="1271" actId="1076"/>
          <ac:graphicFrameMkLst>
            <pc:docMk/>
            <pc:sldMk cId="1874675900" sldId="383"/>
            <ac:graphicFrameMk id="4" creationId="{EE7A99ED-2A62-18B0-793B-A4CD53F99644}"/>
          </ac:graphicFrameMkLst>
        </pc:graphicFrameChg>
      </pc:sldChg>
      <pc:sldChg chg="modSp add mod">
        <pc:chgData name="Debora Paiva" userId="a1d8aff5a619303b" providerId="LiveId" clId="{624AB74B-DDE0-40D0-8D8B-B1B4007C18B6}" dt="2023-04-22T21:04:23.814" v="1493" actId="20577"/>
        <pc:sldMkLst>
          <pc:docMk/>
          <pc:sldMk cId="153884067" sldId="384"/>
        </pc:sldMkLst>
        <pc:spChg chg="mod">
          <ac:chgData name="Debora Paiva" userId="a1d8aff5a619303b" providerId="LiveId" clId="{624AB74B-DDE0-40D0-8D8B-B1B4007C18B6}" dt="2023-04-22T21:00:10.501" v="1422" actId="404"/>
          <ac:spMkLst>
            <pc:docMk/>
            <pc:sldMk cId="153884067" sldId="384"/>
            <ac:spMk id="51" creationId="{00000000-0000-0000-0000-000000000000}"/>
          </ac:spMkLst>
        </pc:spChg>
        <pc:spChg chg="mod">
          <ac:chgData name="Debora Paiva" userId="a1d8aff5a619303b" providerId="LiveId" clId="{624AB74B-DDE0-40D0-8D8B-B1B4007C18B6}" dt="2023-04-22T21:04:23.814" v="1493" actId="20577"/>
          <ac:spMkLst>
            <pc:docMk/>
            <pc:sldMk cId="153884067" sldId="384"/>
            <ac:spMk id="52" creationId="{00000000-0000-0000-0000-000000000000}"/>
          </ac:spMkLst>
        </pc:spChg>
      </pc:sldChg>
      <pc:sldChg chg="new del">
        <pc:chgData name="Debora Paiva" userId="a1d8aff5a619303b" providerId="LiveId" clId="{624AB74B-DDE0-40D0-8D8B-B1B4007C18B6}" dt="2023-04-22T20:47:13.536" v="1275" actId="680"/>
        <pc:sldMkLst>
          <pc:docMk/>
          <pc:sldMk cId="810026890" sldId="384"/>
        </pc:sldMkLst>
      </pc:sldChg>
      <pc:sldChg chg="new del">
        <pc:chgData name="Debora Paiva" userId="a1d8aff5a619303b" providerId="LiveId" clId="{624AB74B-DDE0-40D0-8D8B-B1B4007C18B6}" dt="2023-04-22T20:47:03.278" v="1273" actId="680"/>
        <pc:sldMkLst>
          <pc:docMk/>
          <pc:sldMk cId="1907160364" sldId="384"/>
        </pc:sldMkLst>
      </pc:sldChg>
      <pc:sldChg chg="add">
        <pc:chgData name="Debora Paiva" userId="a1d8aff5a619303b" providerId="LiveId" clId="{624AB74B-DDE0-40D0-8D8B-B1B4007C18B6}" dt="2023-04-22T21:02:37.349" v="1455"/>
        <pc:sldMkLst>
          <pc:docMk/>
          <pc:sldMk cId="2726368252" sldId="385"/>
        </pc:sldMkLst>
      </pc:sldChg>
      <pc:sldMasterChg chg="delSldLayout">
        <pc:chgData name="Debora Paiva" userId="a1d8aff5a619303b" providerId="LiveId" clId="{624AB74B-DDE0-40D0-8D8B-B1B4007C18B6}" dt="2023-04-22T19:57:14.943" v="146" actId="47"/>
        <pc:sldMasterMkLst>
          <pc:docMk/>
          <pc:sldMasterMk cId="0" sldId="2147483648"/>
        </pc:sldMasterMkLst>
        <pc:sldLayoutChg chg="del">
          <pc:chgData name="Debora Paiva" userId="a1d8aff5a619303b" providerId="LiveId" clId="{624AB74B-DDE0-40D0-8D8B-B1B4007C18B6}" dt="2023-04-22T19:24:38.099" v="7" actId="47"/>
          <pc:sldLayoutMkLst>
            <pc:docMk/>
            <pc:sldMasterMk cId="0" sldId="2147483648"/>
            <pc:sldLayoutMk cId="2416309452" sldId="2147483666"/>
          </pc:sldLayoutMkLst>
        </pc:sldLayoutChg>
        <pc:sldLayoutChg chg="del">
          <pc:chgData name="Debora Paiva" userId="a1d8aff5a619303b" providerId="LiveId" clId="{624AB74B-DDE0-40D0-8D8B-B1B4007C18B6}" dt="2023-04-22T19:46:35.554" v="95" actId="47"/>
          <pc:sldLayoutMkLst>
            <pc:docMk/>
            <pc:sldMasterMk cId="0" sldId="2147483648"/>
            <pc:sldLayoutMk cId="163472448" sldId="2147483668"/>
          </pc:sldLayoutMkLst>
        </pc:sldLayoutChg>
        <pc:sldLayoutChg chg="del">
          <pc:chgData name="Debora Paiva" userId="a1d8aff5a619303b" providerId="LiveId" clId="{624AB74B-DDE0-40D0-8D8B-B1B4007C18B6}" dt="2023-04-22T19:55:21.699" v="127" actId="47"/>
          <pc:sldLayoutMkLst>
            <pc:docMk/>
            <pc:sldMasterMk cId="0" sldId="2147483648"/>
            <pc:sldLayoutMk cId="542574126" sldId="2147483668"/>
          </pc:sldLayoutMkLst>
        </pc:sldLayoutChg>
        <pc:sldLayoutChg chg="del">
          <pc:chgData name="Debora Paiva" userId="a1d8aff5a619303b" providerId="LiveId" clId="{624AB74B-DDE0-40D0-8D8B-B1B4007C18B6}" dt="2023-04-22T19:34:48.086" v="70" actId="47"/>
          <pc:sldLayoutMkLst>
            <pc:docMk/>
            <pc:sldMasterMk cId="0" sldId="2147483648"/>
            <pc:sldLayoutMk cId="1047235959" sldId="2147483668"/>
          </pc:sldLayoutMkLst>
        </pc:sldLayoutChg>
        <pc:sldLayoutChg chg="del">
          <pc:chgData name="Debora Paiva" userId="a1d8aff5a619303b" providerId="LiveId" clId="{624AB74B-DDE0-40D0-8D8B-B1B4007C18B6}" dt="2023-04-22T19:44:14.223" v="91" actId="47"/>
          <pc:sldLayoutMkLst>
            <pc:docMk/>
            <pc:sldMasterMk cId="0" sldId="2147483648"/>
            <pc:sldLayoutMk cId="1579680650" sldId="2147483668"/>
          </pc:sldLayoutMkLst>
        </pc:sldLayoutChg>
        <pc:sldLayoutChg chg="del">
          <pc:chgData name="Debora Paiva" userId="a1d8aff5a619303b" providerId="LiveId" clId="{624AB74B-DDE0-40D0-8D8B-B1B4007C18B6}" dt="2023-04-22T19:57:14.943" v="146" actId="47"/>
          <pc:sldLayoutMkLst>
            <pc:docMk/>
            <pc:sldMasterMk cId="0" sldId="2147483648"/>
            <pc:sldLayoutMk cId="1916856483" sldId="2147483668"/>
          </pc:sldLayoutMkLst>
        </pc:sldLayoutChg>
        <pc:sldLayoutChg chg="del">
          <pc:chgData name="Debora Paiva" userId="a1d8aff5a619303b" providerId="LiveId" clId="{624AB74B-DDE0-40D0-8D8B-B1B4007C18B6}" dt="2023-04-22T19:51:16.119" v="122" actId="47"/>
          <pc:sldLayoutMkLst>
            <pc:docMk/>
            <pc:sldMasterMk cId="0" sldId="2147483648"/>
            <pc:sldLayoutMk cId="2497969044" sldId="2147483668"/>
          </pc:sldLayoutMkLst>
        </pc:sldLayoutChg>
        <pc:sldLayoutChg chg="del">
          <pc:chgData name="Debora Paiva" userId="a1d8aff5a619303b" providerId="LiveId" clId="{624AB74B-DDE0-40D0-8D8B-B1B4007C18B6}" dt="2023-04-22T19:30:06.371" v="46" actId="47"/>
          <pc:sldLayoutMkLst>
            <pc:docMk/>
            <pc:sldMasterMk cId="0" sldId="2147483648"/>
            <pc:sldLayoutMk cId="2559699617" sldId="2147483668"/>
          </pc:sldLayoutMkLst>
        </pc:sldLayoutChg>
        <pc:sldLayoutChg chg="del">
          <pc:chgData name="Debora Paiva" userId="a1d8aff5a619303b" providerId="LiveId" clId="{624AB74B-DDE0-40D0-8D8B-B1B4007C18B6}" dt="2023-04-22T19:34:17.563" v="63" actId="47"/>
          <pc:sldLayoutMkLst>
            <pc:docMk/>
            <pc:sldMasterMk cId="0" sldId="2147483648"/>
            <pc:sldLayoutMk cId="2572509681" sldId="2147483668"/>
          </pc:sldLayoutMkLst>
        </pc:sldLayoutChg>
        <pc:sldLayoutChg chg="del">
          <pc:chgData name="Debora Paiva" userId="a1d8aff5a619303b" providerId="LiveId" clId="{624AB74B-DDE0-40D0-8D8B-B1B4007C18B6}" dt="2023-04-22T19:49:08.036" v="118" actId="47"/>
          <pc:sldLayoutMkLst>
            <pc:docMk/>
            <pc:sldMasterMk cId="0" sldId="2147483648"/>
            <pc:sldLayoutMk cId="2662124649" sldId="2147483668"/>
          </pc:sldLayoutMkLst>
        </pc:sldLayoutChg>
        <pc:sldLayoutChg chg="del">
          <pc:chgData name="Debora Paiva" userId="a1d8aff5a619303b" providerId="LiveId" clId="{624AB74B-DDE0-40D0-8D8B-B1B4007C18B6}" dt="2023-04-22T19:56:10.839" v="138" actId="47"/>
          <pc:sldLayoutMkLst>
            <pc:docMk/>
            <pc:sldMasterMk cId="0" sldId="2147483648"/>
            <pc:sldLayoutMk cId="2751012593" sldId="2147483668"/>
          </pc:sldLayoutMkLst>
        </pc:sldLayoutChg>
        <pc:sldLayoutChg chg="del">
          <pc:chgData name="Debora Paiva" userId="a1d8aff5a619303b" providerId="LiveId" clId="{624AB74B-DDE0-40D0-8D8B-B1B4007C18B6}" dt="2023-04-22T19:30:42.672" v="50" actId="47"/>
          <pc:sldLayoutMkLst>
            <pc:docMk/>
            <pc:sldMasterMk cId="0" sldId="2147483648"/>
            <pc:sldLayoutMk cId="2995577405" sldId="2147483668"/>
          </pc:sldLayoutMkLst>
        </pc:sldLayoutChg>
        <pc:sldLayoutChg chg="del">
          <pc:chgData name="Debora Paiva" userId="a1d8aff5a619303b" providerId="LiveId" clId="{624AB74B-DDE0-40D0-8D8B-B1B4007C18B6}" dt="2023-04-22T19:27:37.876" v="24" actId="47"/>
          <pc:sldLayoutMkLst>
            <pc:docMk/>
            <pc:sldMasterMk cId="0" sldId="2147483648"/>
            <pc:sldLayoutMk cId="3691906352" sldId="2147483668"/>
          </pc:sldLayoutMkLst>
        </pc:sldLayoutChg>
        <pc:sldLayoutChg chg="del">
          <pc:chgData name="Debora Paiva" userId="a1d8aff5a619303b" providerId="LiveId" clId="{624AB74B-DDE0-40D0-8D8B-B1B4007C18B6}" dt="2023-04-22T19:47:48.968" v="106" actId="47"/>
          <pc:sldLayoutMkLst>
            <pc:docMk/>
            <pc:sldMasterMk cId="0" sldId="2147483648"/>
            <pc:sldLayoutMk cId="3716335038" sldId="2147483668"/>
          </pc:sldLayoutMkLst>
        </pc:sldLayoutChg>
        <pc:sldLayoutChg chg="del">
          <pc:chgData name="Debora Paiva" userId="a1d8aff5a619303b" providerId="LiveId" clId="{624AB74B-DDE0-40D0-8D8B-B1B4007C18B6}" dt="2023-04-22T19:38:40.822" v="82" actId="47"/>
          <pc:sldLayoutMkLst>
            <pc:docMk/>
            <pc:sldMasterMk cId="0" sldId="2147483648"/>
            <pc:sldLayoutMk cId="3906044003" sldId="2147483668"/>
          </pc:sldLayoutMkLst>
        </pc:sldLayoutChg>
        <pc:sldLayoutChg chg="del">
          <pc:chgData name="Debora Paiva" userId="a1d8aff5a619303b" providerId="LiveId" clId="{624AB74B-DDE0-40D0-8D8B-B1B4007C18B6}" dt="2023-04-22T19:56:45.690" v="141" actId="47"/>
          <pc:sldLayoutMkLst>
            <pc:docMk/>
            <pc:sldMasterMk cId="0" sldId="2147483648"/>
            <pc:sldLayoutMk cId="4062450760" sldId="2147483668"/>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0C1633-BBCC-4FF7-AAE3-CAE6A5D22281}" type="doc">
      <dgm:prSet loTypeId="urn:microsoft.com/office/officeart/2005/8/layout/cycle5" loCatId="cycle" qsTypeId="urn:microsoft.com/office/officeart/2005/8/quickstyle/simple1" qsCatId="simple" csTypeId="urn:microsoft.com/office/officeart/2005/8/colors/accent0_2" csCatId="mainScheme" phldr="1"/>
      <dgm:spPr/>
      <dgm:t>
        <a:bodyPr/>
        <a:lstStyle/>
        <a:p>
          <a:endParaRPr lang="pt-BR"/>
        </a:p>
      </dgm:t>
    </dgm:pt>
    <dgm:pt modelId="{A8E0B533-D7AB-4B32-8CD5-AD0E48327F5B}">
      <dgm:prSet phldrT="[Texto]"/>
      <dgm:spPr/>
      <dgm:t>
        <a:bodyPr/>
        <a:lstStyle/>
        <a:p>
          <a:pPr algn="ctr"/>
          <a:r>
            <a:rPr lang="pt-BR"/>
            <a:t>Indentificação do risco</a:t>
          </a:r>
        </a:p>
      </dgm:t>
    </dgm:pt>
    <dgm:pt modelId="{6973BFD3-C3FA-41F5-99C3-183AF9329576}" type="parTrans" cxnId="{91D083DF-23EC-4AAB-99AD-81240F4E1E94}">
      <dgm:prSet/>
      <dgm:spPr/>
      <dgm:t>
        <a:bodyPr/>
        <a:lstStyle/>
        <a:p>
          <a:pPr algn="ctr"/>
          <a:endParaRPr lang="pt-BR"/>
        </a:p>
      </dgm:t>
    </dgm:pt>
    <dgm:pt modelId="{A1D1B57C-2FD2-44B3-B271-272A3817C2DC}" type="sibTrans" cxnId="{91D083DF-23EC-4AAB-99AD-81240F4E1E94}">
      <dgm:prSet/>
      <dgm:spPr/>
      <dgm:t>
        <a:bodyPr/>
        <a:lstStyle/>
        <a:p>
          <a:pPr algn="ctr"/>
          <a:endParaRPr lang="pt-BR"/>
        </a:p>
      </dgm:t>
    </dgm:pt>
    <dgm:pt modelId="{6F01C26D-F7F3-4640-AC76-D369A1A29417}">
      <dgm:prSet phldrT="[Texto]">
        <dgm:style>
          <a:lnRef idx="2">
            <a:schemeClr val="dk1"/>
          </a:lnRef>
          <a:fillRef idx="1">
            <a:schemeClr val="lt1"/>
          </a:fillRef>
          <a:effectRef idx="0">
            <a:schemeClr val="dk1"/>
          </a:effectRef>
          <a:fontRef idx="minor">
            <a:schemeClr val="dk1"/>
          </a:fontRef>
        </dgm:style>
      </dgm:prSet>
      <dgm:spPr/>
      <dgm:t>
        <a:bodyPr/>
        <a:lstStyle/>
        <a:p>
          <a:pPr algn="ctr"/>
          <a:r>
            <a:rPr lang="pt-BR"/>
            <a:t>Avaliação</a:t>
          </a:r>
        </a:p>
      </dgm:t>
    </dgm:pt>
    <dgm:pt modelId="{F55F6C62-7E53-4431-9E49-A8957E36D408}" type="parTrans" cxnId="{E2EF50CB-391F-4276-B773-34E05F5A39B4}">
      <dgm:prSet/>
      <dgm:spPr/>
      <dgm:t>
        <a:bodyPr/>
        <a:lstStyle/>
        <a:p>
          <a:pPr algn="ctr"/>
          <a:endParaRPr lang="pt-BR"/>
        </a:p>
      </dgm:t>
    </dgm:pt>
    <dgm:pt modelId="{5984FCED-3FCB-4DF0-82DF-22CE55EFE81A}" type="sibTrans" cxnId="{E2EF50CB-391F-4276-B773-34E05F5A39B4}">
      <dgm:prSet/>
      <dgm:spPr/>
      <dgm:t>
        <a:bodyPr/>
        <a:lstStyle/>
        <a:p>
          <a:pPr algn="ctr"/>
          <a:endParaRPr lang="pt-BR"/>
        </a:p>
      </dgm:t>
    </dgm:pt>
    <dgm:pt modelId="{C52DD5F1-5B73-4C13-A33A-182F6C7378A6}">
      <dgm:prSet phldrT="[Texto]"/>
      <dgm:spPr/>
      <dgm:t>
        <a:bodyPr/>
        <a:lstStyle/>
        <a:p>
          <a:pPr algn="ctr"/>
          <a:r>
            <a:rPr lang="pt-BR"/>
            <a:t>Priorização</a:t>
          </a:r>
        </a:p>
      </dgm:t>
    </dgm:pt>
    <dgm:pt modelId="{FD5A1B62-9BBB-4A2E-BD0E-E0D2DBFBFA47}" type="parTrans" cxnId="{A99C23C4-499F-448F-B451-DAC665AF27C4}">
      <dgm:prSet/>
      <dgm:spPr/>
      <dgm:t>
        <a:bodyPr/>
        <a:lstStyle/>
        <a:p>
          <a:pPr algn="ctr"/>
          <a:endParaRPr lang="pt-BR"/>
        </a:p>
      </dgm:t>
    </dgm:pt>
    <dgm:pt modelId="{4C00B610-82ED-4632-B51F-5093FFADACD3}" type="sibTrans" cxnId="{A99C23C4-499F-448F-B451-DAC665AF27C4}">
      <dgm:prSet/>
      <dgm:spPr/>
      <dgm:t>
        <a:bodyPr/>
        <a:lstStyle/>
        <a:p>
          <a:pPr algn="ctr"/>
          <a:endParaRPr lang="pt-BR"/>
        </a:p>
      </dgm:t>
    </dgm:pt>
    <dgm:pt modelId="{EC7B0B55-097D-470F-9460-F83246CBCB4E}">
      <dgm:prSet phldrT="[Texto]"/>
      <dgm:spPr/>
      <dgm:t>
        <a:bodyPr/>
        <a:lstStyle/>
        <a:p>
          <a:pPr algn="ctr"/>
          <a:r>
            <a:rPr lang="pt-BR"/>
            <a:t>Elaboração plano estratégico</a:t>
          </a:r>
        </a:p>
      </dgm:t>
    </dgm:pt>
    <dgm:pt modelId="{3EED9F08-50EA-401A-8709-D2355A08CB19}" type="parTrans" cxnId="{9F5CC1FD-A135-48BB-A3A1-BA37B63D685F}">
      <dgm:prSet/>
      <dgm:spPr/>
      <dgm:t>
        <a:bodyPr/>
        <a:lstStyle/>
        <a:p>
          <a:pPr algn="ctr"/>
          <a:endParaRPr lang="pt-BR"/>
        </a:p>
      </dgm:t>
    </dgm:pt>
    <dgm:pt modelId="{286DAD7D-41E2-4761-AF02-7AE298C8B4BC}" type="sibTrans" cxnId="{9F5CC1FD-A135-48BB-A3A1-BA37B63D685F}">
      <dgm:prSet/>
      <dgm:spPr/>
      <dgm:t>
        <a:bodyPr/>
        <a:lstStyle/>
        <a:p>
          <a:pPr algn="ctr"/>
          <a:endParaRPr lang="pt-BR"/>
        </a:p>
      </dgm:t>
    </dgm:pt>
    <dgm:pt modelId="{22CB00EA-06EA-4273-9844-D07F20BF9E6F}">
      <dgm:prSet phldrT="[Texto]"/>
      <dgm:spPr/>
      <dgm:t>
        <a:bodyPr/>
        <a:lstStyle/>
        <a:p>
          <a:pPr algn="ctr"/>
          <a:r>
            <a:rPr lang="pt-BR"/>
            <a:t>Monitoramento</a:t>
          </a:r>
        </a:p>
      </dgm:t>
    </dgm:pt>
    <dgm:pt modelId="{C6C373EE-7D51-4CE3-BA6F-244E30D3A1AD}" type="parTrans" cxnId="{992D2CD9-A89B-4A1E-B01D-8AB4C2BB58D1}">
      <dgm:prSet/>
      <dgm:spPr/>
      <dgm:t>
        <a:bodyPr/>
        <a:lstStyle/>
        <a:p>
          <a:pPr algn="ctr"/>
          <a:endParaRPr lang="pt-BR"/>
        </a:p>
      </dgm:t>
    </dgm:pt>
    <dgm:pt modelId="{CFB32244-9659-4FAE-9451-2499DFCB7650}" type="sibTrans" cxnId="{992D2CD9-A89B-4A1E-B01D-8AB4C2BB58D1}">
      <dgm:prSet/>
      <dgm:spPr/>
      <dgm:t>
        <a:bodyPr/>
        <a:lstStyle/>
        <a:p>
          <a:pPr algn="ctr"/>
          <a:endParaRPr lang="pt-BR"/>
        </a:p>
      </dgm:t>
    </dgm:pt>
    <dgm:pt modelId="{798E1649-D85E-422F-84FD-62BEADFC3C00}" type="pres">
      <dgm:prSet presAssocID="{FB0C1633-BBCC-4FF7-AAE3-CAE6A5D22281}" presName="cycle" presStyleCnt="0">
        <dgm:presLayoutVars>
          <dgm:dir/>
          <dgm:resizeHandles val="exact"/>
        </dgm:presLayoutVars>
      </dgm:prSet>
      <dgm:spPr/>
    </dgm:pt>
    <dgm:pt modelId="{6DA26C1E-92BF-49EC-9FFA-722BB0CD11FC}" type="pres">
      <dgm:prSet presAssocID="{A8E0B533-D7AB-4B32-8CD5-AD0E48327F5B}" presName="node" presStyleLbl="node1" presStyleIdx="0" presStyleCnt="5">
        <dgm:presLayoutVars>
          <dgm:bulletEnabled val="1"/>
        </dgm:presLayoutVars>
      </dgm:prSet>
      <dgm:spPr/>
    </dgm:pt>
    <dgm:pt modelId="{0B67A26C-7D77-4450-8867-D29A5F5E5A94}" type="pres">
      <dgm:prSet presAssocID="{A8E0B533-D7AB-4B32-8CD5-AD0E48327F5B}" presName="spNode" presStyleCnt="0"/>
      <dgm:spPr/>
    </dgm:pt>
    <dgm:pt modelId="{18ED23CC-ACCD-43E2-BFC2-90283DFB8FB8}" type="pres">
      <dgm:prSet presAssocID="{A1D1B57C-2FD2-44B3-B271-272A3817C2DC}" presName="sibTrans" presStyleLbl="sibTrans1D1" presStyleIdx="0" presStyleCnt="5"/>
      <dgm:spPr/>
    </dgm:pt>
    <dgm:pt modelId="{F24A3FD7-98F5-4A54-BCD2-4D240E741BB2}" type="pres">
      <dgm:prSet presAssocID="{6F01C26D-F7F3-4640-AC76-D369A1A29417}" presName="node" presStyleLbl="node1" presStyleIdx="1" presStyleCnt="5">
        <dgm:presLayoutVars>
          <dgm:bulletEnabled val="1"/>
        </dgm:presLayoutVars>
      </dgm:prSet>
      <dgm:spPr/>
    </dgm:pt>
    <dgm:pt modelId="{8EDC0E30-879A-44A7-9800-7125B2D349B0}" type="pres">
      <dgm:prSet presAssocID="{6F01C26D-F7F3-4640-AC76-D369A1A29417}" presName="spNode" presStyleCnt="0"/>
      <dgm:spPr/>
    </dgm:pt>
    <dgm:pt modelId="{0A436116-AA0C-4F34-BCA4-C2EFD02E8605}" type="pres">
      <dgm:prSet presAssocID="{5984FCED-3FCB-4DF0-82DF-22CE55EFE81A}" presName="sibTrans" presStyleLbl="sibTrans1D1" presStyleIdx="1" presStyleCnt="5"/>
      <dgm:spPr/>
    </dgm:pt>
    <dgm:pt modelId="{C393A507-AB8A-4337-BB0C-9634C6CB1CAC}" type="pres">
      <dgm:prSet presAssocID="{C52DD5F1-5B73-4C13-A33A-182F6C7378A6}" presName="node" presStyleLbl="node1" presStyleIdx="2" presStyleCnt="5">
        <dgm:presLayoutVars>
          <dgm:bulletEnabled val="1"/>
        </dgm:presLayoutVars>
      </dgm:prSet>
      <dgm:spPr/>
    </dgm:pt>
    <dgm:pt modelId="{1F705ED7-CB3A-40BE-AE02-9942C6AB30C9}" type="pres">
      <dgm:prSet presAssocID="{C52DD5F1-5B73-4C13-A33A-182F6C7378A6}" presName="spNode" presStyleCnt="0"/>
      <dgm:spPr/>
    </dgm:pt>
    <dgm:pt modelId="{1CA56B6A-DA3A-47DB-BFF9-2FEFA9C24E73}" type="pres">
      <dgm:prSet presAssocID="{4C00B610-82ED-4632-B51F-5093FFADACD3}" presName="sibTrans" presStyleLbl="sibTrans1D1" presStyleIdx="2" presStyleCnt="5"/>
      <dgm:spPr/>
    </dgm:pt>
    <dgm:pt modelId="{09D301C3-4304-45D2-8981-6DEA9159B3F7}" type="pres">
      <dgm:prSet presAssocID="{EC7B0B55-097D-470F-9460-F83246CBCB4E}" presName="node" presStyleLbl="node1" presStyleIdx="3" presStyleCnt="5">
        <dgm:presLayoutVars>
          <dgm:bulletEnabled val="1"/>
        </dgm:presLayoutVars>
      </dgm:prSet>
      <dgm:spPr/>
    </dgm:pt>
    <dgm:pt modelId="{85424C2F-C473-420E-B769-71C94CC22A28}" type="pres">
      <dgm:prSet presAssocID="{EC7B0B55-097D-470F-9460-F83246CBCB4E}" presName="spNode" presStyleCnt="0"/>
      <dgm:spPr/>
    </dgm:pt>
    <dgm:pt modelId="{4194F931-A964-48BE-8E30-4DE6D54FB046}" type="pres">
      <dgm:prSet presAssocID="{286DAD7D-41E2-4761-AF02-7AE298C8B4BC}" presName="sibTrans" presStyleLbl="sibTrans1D1" presStyleIdx="3" presStyleCnt="5"/>
      <dgm:spPr/>
    </dgm:pt>
    <dgm:pt modelId="{B70C0CB1-BE56-4D17-B5AF-EE98EE32C831}" type="pres">
      <dgm:prSet presAssocID="{22CB00EA-06EA-4273-9844-D07F20BF9E6F}" presName="node" presStyleLbl="node1" presStyleIdx="4" presStyleCnt="5">
        <dgm:presLayoutVars>
          <dgm:bulletEnabled val="1"/>
        </dgm:presLayoutVars>
      </dgm:prSet>
      <dgm:spPr/>
    </dgm:pt>
    <dgm:pt modelId="{0EEDC387-FCF7-4D8D-B562-8DD74B38F9C3}" type="pres">
      <dgm:prSet presAssocID="{22CB00EA-06EA-4273-9844-D07F20BF9E6F}" presName="spNode" presStyleCnt="0"/>
      <dgm:spPr/>
    </dgm:pt>
    <dgm:pt modelId="{8E6462D0-801B-49D1-8AE2-CAA6FEBB0276}" type="pres">
      <dgm:prSet presAssocID="{CFB32244-9659-4FAE-9451-2499DFCB7650}" presName="sibTrans" presStyleLbl="sibTrans1D1" presStyleIdx="4" presStyleCnt="5"/>
      <dgm:spPr/>
    </dgm:pt>
  </dgm:ptLst>
  <dgm:cxnLst>
    <dgm:cxn modelId="{6482A501-3FAB-469F-B910-077C04381AEC}" type="presOf" srcId="{5984FCED-3FCB-4DF0-82DF-22CE55EFE81A}" destId="{0A436116-AA0C-4F34-BCA4-C2EFD02E8605}" srcOrd="0" destOrd="0" presId="urn:microsoft.com/office/officeart/2005/8/layout/cycle5"/>
    <dgm:cxn modelId="{5A45FC04-AB40-4464-8B0E-7BA6443BECDD}" type="presOf" srcId="{FB0C1633-BBCC-4FF7-AAE3-CAE6A5D22281}" destId="{798E1649-D85E-422F-84FD-62BEADFC3C00}" srcOrd="0" destOrd="0" presId="urn:microsoft.com/office/officeart/2005/8/layout/cycle5"/>
    <dgm:cxn modelId="{62326027-177C-4EBC-AECA-7E68162681C1}" type="presOf" srcId="{286DAD7D-41E2-4761-AF02-7AE298C8B4BC}" destId="{4194F931-A964-48BE-8E30-4DE6D54FB046}" srcOrd="0" destOrd="0" presId="urn:microsoft.com/office/officeart/2005/8/layout/cycle5"/>
    <dgm:cxn modelId="{19CC7427-CFC2-4375-8B6D-72882C98F8A3}" type="presOf" srcId="{6F01C26D-F7F3-4640-AC76-D369A1A29417}" destId="{F24A3FD7-98F5-4A54-BCD2-4D240E741BB2}" srcOrd="0" destOrd="0" presId="urn:microsoft.com/office/officeart/2005/8/layout/cycle5"/>
    <dgm:cxn modelId="{3CF34C64-A281-4491-80E9-09EA0AECEECC}" type="presOf" srcId="{EC7B0B55-097D-470F-9460-F83246CBCB4E}" destId="{09D301C3-4304-45D2-8981-6DEA9159B3F7}" srcOrd="0" destOrd="0" presId="urn:microsoft.com/office/officeart/2005/8/layout/cycle5"/>
    <dgm:cxn modelId="{13697852-DF75-4A19-B4CC-665DA0CAFD61}" type="presOf" srcId="{CFB32244-9659-4FAE-9451-2499DFCB7650}" destId="{8E6462D0-801B-49D1-8AE2-CAA6FEBB0276}" srcOrd="0" destOrd="0" presId="urn:microsoft.com/office/officeart/2005/8/layout/cycle5"/>
    <dgm:cxn modelId="{9E0CBC57-1605-4429-BDCF-11B8591CC411}" type="presOf" srcId="{A1D1B57C-2FD2-44B3-B271-272A3817C2DC}" destId="{18ED23CC-ACCD-43E2-BFC2-90283DFB8FB8}" srcOrd="0" destOrd="0" presId="urn:microsoft.com/office/officeart/2005/8/layout/cycle5"/>
    <dgm:cxn modelId="{0AA9839E-0FA7-4624-890B-BEA539FD3926}" type="presOf" srcId="{4C00B610-82ED-4632-B51F-5093FFADACD3}" destId="{1CA56B6A-DA3A-47DB-BFF9-2FEFA9C24E73}" srcOrd="0" destOrd="0" presId="urn:microsoft.com/office/officeart/2005/8/layout/cycle5"/>
    <dgm:cxn modelId="{A99C23C4-499F-448F-B451-DAC665AF27C4}" srcId="{FB0C1633-BBCC-4FF7-AAE3-CAE6A5D22281}" destId="{C52DD5F1-5B73-4C13-A33A-182F6C7378A6}" srcOrd="2" destOrd="0" parTransId="{FD5A1B62-9BBB-4A2E-BD0E-E0D2DBFBFA47}" sibTransId="{4C00B610-82ED-4632-B51F-5093FFADACD3}"/>
    <dgm:cxn modelId="{7A80C0C8-0E71-460A-881A-89142F80A814}" type="presOf" srcId="{C52DD5F1-5B73-4C13-A33A-182F6C7378A6}" destId="{C393A507-AB8A-4337-BB0C-9634C6CB1CAC}" srcOrd="0" destOrd="0" presId="urn:microsoft.com/office/officeart/2005/8/layout/cycle5"/>
    <dgm:cxn modelId="{E2EF50CB-391F-4276-B773-34E05F5A39B4}" srcId="{FB0C1633-BBCC-4FF7-AAE3-CAE6A5D22281}" destId="{6F01C26D-F7F3-4640-AC76-D369A1A29417}" srcOrd="1" destOrd="0" parTransId="{F55F6C62-7E53-4431-9E49-A8957E36D408}" sibTransId="{5984FCED-3FCB-4DF0-82DF-22CE55EFE81A}"/>
    <dgm:cxn modelId="{992D2CD9-A89B-4A1E-B01D-8AB4C2BB58D1}" srcId="{FB0C1633-BBCC-4FF7-AAE3-CAE6A5D22281}" destId="{22CB00EA-06EA-4273-9844-D07F20BF9E6F}" srcOrd="4" destOrd="0" parTransId="{C6C373EE-7D51-4CE3-BA6F-244E30D3A1AD}" sibTransId="{CFB32244-9659-4FAE-9451-2499DFCB7650}"/>
    <dgm:cxn modelId="{91D083DF-23EC-4AAB-99AD-81240F4E1E94}" srcId="{FB0C1633-BBCC-4FF7-AAE3-CAE6A5D22281}" destId="{A8E0B533-D7AB-4B32-8CD5-AD0E48327F5B}" srcOrd="0" destOrd="0" parTransId="{6973BFD3-C3FA-41F5-99C3-183AF9329576}" sibTransId="{A1D1B57C-2FD2-44B3-B271-272A3817C2DC}"/>
    <dgm:cxn modelId="{85426FFD-9A6C-4EDB-A26F-412F0274E2D3}" type="presOf" srcId="{22CB00EA-06EA-4273-9844-D07F20BF9E6F}" destId="{B70C0CB1-BE56-4D17-B5AF-EE98EE32C831}" srcOrd="0" destOrd="0" presId="urn:microsoft.com/office/officeart/2005/8/layout/cycle5"/>
    <dgm:cxn modelId="{9F5CC1FD-A135-48BB-A3A1-BA37B63D685F}" srcId="{FB0C1633-BBCC-4FF7-AAE3-CAE6A5D22281}" destId="{EC7B0B55-097D-470F-9460-F83246CBCB4E}" srcOrd="3" destOrd="0" parTransId="{3EED9F08-50EA-401A-8709-D2355A08CB19}" sibTransId="{286DAD7D-41E2-4761-AF02-7AE298C8B4BC}"/>
    <dgm:cxn modelId="{CC6DF8FD-D905-4B35-B730-F75A84D2DB40}" type="presOf" srcId="{A8E0B533-D7AB-4B32-8CD5-AD0E48327F5B}" destId="{6DA26C1E-92BF-49EC-9FFA-722BB0CD11FC}" srcOrd="0" destOrd="0" presId="urn:microsoft.com/office/officeart/2005/8/layout/cycle5"/>
    <dgm:cxn modelId="{A446EE43-437A-4342-872E-0210CF0B342E}" type="presParOf" srcId="{798E1649-D85E-422F-84FD-62BEADFC3C00}" destId="{6DA26C1E-92BF-49EC-9FFA-722BB0CD11FC}" srcOrd="0" destOrd="0" presId="urn:microsoft.com/office/officeart/2005/8/layout/cycle5"/>
    <dgm:cxn modelId="{3131A34F-521F-4A4E-9916-9C734F5918CB}" type="presParOf" srcId="{798E1649-D85E-422F-84FD-62BEADFC3C00}" destId="{0B67A26C-7D77-4450-8867-D29A5F5E5A94}" srcOrd="1" destOrd="0" presId="urn:microsoft.com/office/officeart/2005/8/layout/cycle5"/>
    <dgm:cxn modelId="{FE2135F7-70FB-443C-83B1-574C83B18157}" type="presParOf" srcId="{798E1649-D85E-422F-84FD-62BEADFC3C00}" destId="{18ED23CC-ACCD-43E2-BFC2-90283DFB8FB8}" srcOrd="2" destOrd="0" presId="urn:microsoft.com/office/officeart/2005/8/layout/cycle5"/>
    <dgm:cxn modelId="{4B815B07-6F76-4DDF-AE95-D269867E6558}" type="presParOf" srcId="{798E1649-D85E-422F-84FD-62BEADFC3C00}" destId="{F24A3FD7-98F5-4A54-BCD2-4D240E741BB2}" srcOrd="3" destOrd="0" presId="urn:microsoft.com/office/officeart/2005/8/layout/cycle5"/>
    <dgm:cxn modelId="{28DBFFF2-5F6A-4673-B480-B530620B7474}" type="presParOf" srcId="{798E1649-D85E-422F-84FD-62BEADFC3C00}" destId="{8EDC0E30-879A-44A7-9800-7125B2D349B0}" srcOrd="4" destOrd="0" presId="urn:microsoft.com/office/officeart/2005/8/layout/cycle5"/>
    <dgm:cxn modelId="{F54673E8-F06F-4312-B02F-1C228DDA237E}" type="presParOf" srcId="{798E1649-D85E-422F-84FD-62BEADFC3C00}" destId="{0A436116-AA0C-4F34-BCA4-C2EFD02E8605}" srcOrd="5" destOrd="0" presId="urn:microsoft.com/office/officeart/2005/8/layout/cycle5"/>
    <dgm:cxn modelId="{BE04DB98-1EFE-48A8-A252-9A21FE4F17E0}" type="presParOf" srcId="{798E1649-D85E-422F-84FD-62BEADFC3C00}" destId="{C393A507-AB8A-4337-BB0C-9634C6CB1CAC}" srcOrd="6" destOrd="0" presId="urn:microsoft.com/office/officeart/2005/8/layout/cycle5"/>
    <dgm:cxn modelId="{DDA9C650-5B31-47D3-83DB-9C908647BD37}" type="presParOf" srcId="{798E1649-D85E-422F-84FD-62BEADFC3C00}" destId="{1F705ED7-CB3A-40BE-AE02-9942C6AB30C9}" srcOrd="7" destOrd="0" presId="urn:microsoft.com/office/officeart/2005/8/layout/cycle5"/>
    <dgm:cxn modelId="{317EAABC-0434-4130-8333-1ADDB346D34E}" type="presParOf" srcId="{798E1649-D85E-422F-84FD-62BEADFC3C00}" destId="{1CA56B6A-DA3A-47DB-BFF9-2FEFA9C24E73}" srcOrd="8" destOrd="0" presId="urn:microsoft.com/office/officeart/2005/8/layout/cycle5"/>
    <dgm:cxn modelId="{270E333F-37EE-4F40-B7E7-481E4EFE9986}" type="presParOf" srcId="{798E1649-D85E-422F-84FD-62BEADFC3C00}" destId="{09D301C3-4304-45D2-8981-6DEA9159B3F7}" srcOrd="9" destOrd="0" presId="urn:microsoft.com/office/officeart/2005/8/layout/cycle5"/>
    <dgm:cxn modelId="{DAB02DCB-1564-42ED-82BC-7E1FBCB08036}" type="presParOf" srcId="{798E1649-D85E-422F-84FD-62BEADFC3C00}" destId="{85424C2F-C473-420E-B769-71C94CC22A28}" srcOrd="10" destOrd="0" presId="urn:microsoft.com/office/officeart/2005/8/layout/cycle5"/>
    <dgm:cxn modelId="{2FD7CA2C-E1B6-4158-AED4-F7FC13CEA25D}" type="presParOf" srcId="{798E1649-D85E-422F-84FD-62BEADFC3C00}" destId="{4194F931-A964-48BE-8E30-4DE6D54FB046}" srcOrd="11" destOrd="0" presId="urn:microsoft.com/office/officeart/2005/8/layout/cycle5"/>
    <dgm:cxn modelId="{E7239D79-5870-4C53-8A75-7B59C5129CD6}" type="presParOf" srcId="{798E1649-D85E-422F-84FD-62BEADFC3C00}" destId="{B70C0CB1-BE56-4D17-B5AF-EE98EE32C831}" srcOrd="12" destOrd="0" presId="urn:microsoft.com/office/officeart/2005/8/layout/cycle5"/>
    <dgm:cxn modelId="{F4E96B8D-9CD1-4658-99CA-4D23D6AC2E21}" type="presParOf" srcId="{798E1649-D85E-422F-84FD-62BEADFC3C00}" destId="{0EEDC387-FCF7-4D8D-B562-8DD74B38F9C3}" srcOrd="13" destOrd="0" presId="urn:microsoft.com/office/officeart/2005/8/layout/cycle5"/>
    <dgm:cxn modelId="{C144581F-1491-41BB-B51F-B8FD78F2EEB2}" type="presParOf" srcId="{798E1649-D85E-422F-84FD-62BEADFC3C00}" destId="{8E6462D0-801B-49D1-8AE2-CAA6FEBB0276}" srcOrd="14" destOrd="0" presId="urn:microsoft.com/office/officeart/2005/8/layout/cycle5"/>
  </dgm:cxnLst>
  <dgm:bg/>
  <dgm:whole>
    <a:ln w="3175"/>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73048FC-A5A9-48BF-8A0B-CE10FAB9E26B}" type="doc">
      <dgm:prSet loTypeId="urn:microsoft.com/office/officeart/2005/8/layout/cycle7" loCatId="cycle" qsTypeId="urn:microsoft.com/office/officeart/2005/8/quickstyle/simple1" qsCatId="simple" csTypeId="urn:microsoft.com/office/officeart/2005/8/colors/accent0_2" csCatId="mainScheme" phldr="1"/>
      <dgm:spPr/>
      <dgm:t>
        <a:bodyPr/>
        <a:lstStyle/>
        <a:p>
          <a:endParaRPr lang="pt-BR"/>
        </a:p>
      </dgm:t>
    </dgm:pt>
    <dgm:pt modelId="{37AAECBC-CC4F-4D2C-8C73-448447CCE11A}">
      <dgm:prSet phldrT="[Texto]"/>
      <dgm:spPr/>
      <dgm:t>
        <a:bodyPr/>
        <a:lstStyle/>
        <a:p>
          <a:r>
            <a:rPr lang="pt-BR" dirty="0"/>
            <a:t>Gerenciamento de Risco</a:t>
          </a:r>
        </a:p>
      </dgm:t>
    </dgm:pt>
    <dgm:pt modelId="{B51D9792-6AF8-4378-AA9C-6292E59F581A}" type="parTrans" cxnId="{A50BBABA-B213-49DC-91E6-E65E31A56937}">
      <dgm:prSet/>
      <dgm:spPr/>
      <dgm:t>
        <a:bodyPr/>
        <a:lstStyle/>
        <a:p>
          <a:endParaRPr lang="pt-BR"/>
        </a:p>
      </dgm:t>
    </dgm:pt>
    <dgm:pt modelId="{6CA36D13-CD50-410E-AB63-C27487016F71}" type="sibTrans" cxnId="{A50BBABA-B213-49DC-91E6-E65E31A56937}">
      <dgm:prSet/>
      <dgm:spPr/>
      <dgm:t>
        <a:bodyPr/>
        <a:lstStyle/>
        <a:p>
          <a:endParaRPr lang="pt-BR"/>
        </a:p>
      </dgm:t>
    </dgm:pt>
    <dgm:pt modelId="{35DE4C19-DFF6-4FF6-9FDA-E66516782BA8}">
      <dgm:prSet phldrT="[Texto]"/>
      <dgm:spPr/>
      <dgm:t>
        <a:bodyPr/>
        <a:lstStyle/>
        <a:p>
          <a:r>
            <a:rPr lang="pt-BR" dirty="0"/>
            <a:t>Compliance</a:t>
          </a:r>
        </a:p>
      </dgm:t>
    </dgm:pt>
    <dgm:pt modelId="{C82193D0-F9AF-4B54-A6F3-ECD9D31BF83B}" type="parTrans" cxnId="{E1C44531-1D36-4608-814C-33C34B8C0D9B}">
      <dgm:prSet/>
      <dgm:spPr/>
      <dgm:t>
        <a:bodyPr/>
        <a:lstStyle/>
        <a:p>
          <a:endParaRPr lang="pt-BR"/>
        </a:p>
      </dgm:t>
    </dgm:pt>
    <dgm:pt modelId="{FF215FA8-11B9-42AA-ACC0-5002CBBAE7D8}" type="sibTrans" cxnId="{E1C44531-1D36-4608-814C-33C34B8C0D9B}">
      <dgm:prSet/>
      <dgm:spPr/>
      <dgm:t>
        <a:bodyPr/>
        <a:lstStyle/>
        <a:p>
          <a:endParaRPr lang="pt-BR"/>
        </a:p>
      </dgm:t>
    </dgm:pt>
    <dgm:pt modelId="{6531E83C-EECC-4063-B13D-C55EE6862576}">
      <dgm:prSet phldrT="[Texto]"/>
      <dgm:spPr/>
      <dgm:t>
        <a:bodyPr/>
        <a:lstStyle/>
        <a:p>
          <a:r>
            <a:rPr lang="pt-BR" dirty="0"/>
            <a:t>Governança Corporativa</a:t>
          </a:r>
        </a:p>
      </dgm:t>
    </dgm:pt>
    <dgm:pt modelId="{17D28A4B-2332-42A6-B361-1EFF1E72D71B}" type="parTrans" cxnId="{D52C9D49-ADBB-4F63-92E4-12556D5F9472}">
      <dgm:prSet/>
      <dgm:spPr/>
      <dgm:t>
        <a:bodyPr/>
        <a:lstStyle/>
        <a:p>
          <a:endParaRPr lang="pt-BR"/>
        </a:p>
      </dgm:t>
    </dgm:pt>
    <dgm:pt modelId="{0652C72B-F78C-4185-84E8-F90E862879EE}" type="sibTrans" cxnId="{D52C9D49-ADBB-4F63-92E4-12556D5F9472}">
      <dgm:prSet/>
      <dgm:spPr/>
      <dgm:t>
        <a:bodyPr/>
        <a:lstStyle/>
        <a:p>
          <a:endParaRPr lang="pt-BR"/>
        </a:p>
      </dgm:t>
    </dgm:pt>
    <dgm:pt modelId="{2B70DF49-0C2D-441F-9060-B70980D5E0A0}" type="pres">
      <dgm:prSet presAssocID="{A73048FC-A5A9-48BF-8A0B-CE10FAB9E26B}" presName="Name0" presStyleCnt="0">
        <dgm:presLayoutVars>
          <dgm:dir/>
          <dgm:resizeHandles val="exact"/>
        </dgm:presLayoutVars>
      </dgm:prSet>
      <dgm:spPr/>
    </dgm:pt>
    <dgm:pt modelId="{D555AF0D-8FF0-4910-B9A3-5D0A85C0DEA8}" type="pres">
      <dgm:prSet presAssocID="{37AAECBC-CC4F-4D2C-8C73-448447CCE11A}" presName="node" presStyleLbl="node1" presStyleIdx="0" presStyleCnt="3">
        <dgm:presLayoutVars>
          <dgm:bulletEnabled val="1"/>
        </dgm:presLayoutVars>
      </dgm:prSet>
      <dgm:spPr/>
    </dgm:pt>
    <dgm:pt modelId="{2895E447-00EB-427A-8FFD-1BFDA3E29AA0}" type="pres">
      <dgm:prSet presAssocID="{6CA36D13-CD50-410E-AB63-C27487016F71}" presName="sibTrans" presStyleLbl="sibTrans2D1" presStyleIdx="0" presStyleCnt="3"/>
      <dgm:spPr/>
    </dgm:pt>
    <dgm:pt modelId="{73BB7D87-195F-4A82-B4CD-8EB157909C99}" type="pres">
      <dgm:prSet presAssocID="{6CA36D13-CD50-410E-AB63-C27487016F71}" presName="connectorText" presStyleLbl="sibTrans2D1" presStyleIdx="0" presStyleCnt="3"/>
      <dgm:spPr/>
    </dgm:pt>
    <dgm:pt modelId="{F87A24E8-874E-451C-BDB9-323064258C40}" type="pres">
      <dgm:prSet presAssocID="{35DE4C19-DFF6-4FF6-9FDA-E66516782BA8}" presName="node" presStyleLbl="node1" presStyleIdx="1" presStyleCnt="3">
        <dgm:presLayoutVars>
          <dgm:bulletEnabled val="1"/>
        </dgm:presLayoutVars>
      </dgm:prSet>
      <dgm:spPr/>
    </dgm:pt>
    <dgm:pt modelId="{60036CA8-C074-4F8A-9503-7354B9910D9E}" type="pres">
      <dgm:prSet presAssocID="{FF215FA8-11B9-42AA-ACC0-5002CBBAE7D8}" presName="sibTrans" presStyleLbl="sibTrans2D1" presStyleIdx="1" presStyleCnt="3"/>
      <dgm:spPr/>
    </dgm:pt>
    <dgm:pt modelId="{D6F30E95-5598-4DD6-928B-F9A463A0E502}" type="pres">
      <dgm:prSet presAssocID="{FF215FA8-11B9-42AA-ACC0-5002CBBAE7D8}" presName="connectorText" presStyleLbl="sibTrans2D1" presStyleIdx="1" presStyleCnt="3"/>
      <dgm:spPr/>
    </dgm:pt>
    <dgm:pt modelId="{868D8FDC-9E1C-4AF1-B1E1-9FFF132D51F4}" type="pres">
      <dgm:prSet presAssocID="{6531E83C-EECC-4063-B13D-C55EE6862576}" presName="node" presStyleLbl="node1" presStyleIdx="2" presStyleCnt="3">
        <dgm:presLayoutVars>
          <dgm:bulletEnabled val="1"/>
        </dgm:presLayoutVars>
      </dgm:prSet>
      <dgm:spPr/>
    </dgm:pt>
    <dgm:pt modelId="{11066017-7FDA-4B9A-BB90-DF6111BEC837}" type="pres">
      <dgm:prSet presAssocID="{0652C72B-F78C-4185-84E8-F90E862879EE}" presName="sibTrans" presStyleLbl="sibTrans2D1" presStyleIdx="2" presStyleCnt="3"/>
      <dgm:spPr/>
    </dgm:pt>
    <dgm:pt modelId="{F8D28AF2-D8FB-481C-AA0C-F990E7F03A4F}" type="pres">
      <dgm:prSet presAssocID="{0652C72B-F78C-4185-84E8-F90E862879EE}" presName="connectorText" presStyleLbl="sibTrans2D1" presStyleIdx="2" presStyleCnt="3"/>
      <dgm:spPr/>
    </dgm:pt>
  </dgm:ptLst>
  <dgm:cxnLst>
    <dgm:cxn modelId="{81DCFE01-DF27-4E4C-BF9D-848A59D971DC}" type="presOf" srcId="{6531E83C-EECC-4063-B13D-C55EE6862576}" destId="{868D8FDC-9E1C-4AF1-B1E1-9FFF132D51F4}" srcOrd="0" destOrd="0" presId="urn:microsoft.com/office/officeart/2005/8/layout/cycle7"/>
    <dgm:cxn modelId="{C69ED01A-7405-41EB-9E5A-08F6F838955A}" type="presOf" srcId="{FF215FA8-11B9-42AA-ACC0-5002CBBAE7D8}" destId="{60036CA8-C074-4F8A-9503-7354B9910D9E}" srcOrd="0" destOrd="0" presId="urn:microsoft.com/office/officeart/2005/8/layout/cycle7"/>
    <dgm:cxn modelId="{E1C44531-1D36-4608-814C-33C34B8C0D9B}" srcId="{A73048FC-A5A9-48BF-8A0B-CE10FAB9E26B}" destId="{35DE4C19-DFF6-4FF6-9FDA-E66516782BA8}" srcOrd="1" destOrd="0" parTransId="{C82193D0-F9AF-4B54-A6F3-ECD9D31BF83B}" sibTransId="{FF215FA8-11B9-42AA-ACC0-5002CBBAE7D8}"/>
    <dgm:cxn modelId="{EFB9535B-AA67-407A-AE4A-5F70CD93B3B7}" type="presOf" srcId="{0652C72B-F78C-4185-84E8-F90E862879EE}" destId="{F8D28AF2-D8FB-481C-AA0C-F990E7F03A4F}" srcOrd="1" destOrd="0" presId="urn:microsoft.com/office/officeart/2005/8/layout/cycle7"/>
    <dgm:cxn modelId="{D52C9D49-ADBB-4F63-92E4-12556D5F9472}" srcId="{A73048FC-A5A9-48BF-8A0B-CE10FAB9E26B}" destId="{6531E83C-EECC-4063-B13D-C55EE6862576}" srcOrd="2" destOrd="0" parTransId="{17D28A4B-2332-42A6-B361-1EFF1E72D71B}" sibTransId="{0652C72B-F78C-4185-84E8-F90E862879EE}"/>
    <dgm:cxn modelId="{DD500952-1A02-4E3E-BC95-B132095B75A1}" type="presOf" srcId="{6CA36D13-CD50-410E-AB63-C27487016F71}" destId="{73BB7D87-195F-4A82-B4CD-8EB157909C99}" srcOrd="1" destOrd="0" presId="urn:microsoft.com/office/officeart/2005/8/layout/cycle7"/>
    <dgm:cxn modelId="{7E41E15A-BC3E-43A5-943E-8E0068B50D67}" type="presOf" srcId="{FF215FA8-11B9-42AA-ACC0-5002CBBAE7D8}" destId="{D6F30E95-5598-4DD6-928B-F9A463A0E502}" srcOrd="1" destOrd="0" presId="urn:microsoft.com/office/officeart/2005/8/layout/cycle7"/>
    <dgm:cxn modelId="{3FB8878F-D779-4D02-97A0-26677E89B0D4}" type="presOf" srcId="{A73048FC-A5A9-48BF-8A0B-CE10FAB9E26B}" destId="{2B70DF49-0C2D-441F-9060-B70980D5E0A0}" srcOrd="0" destOrd="0" presId="urn:microsoft.com/office/officeart/2005/8/layout/cycle7"/>
    <dgm:cxn modelId="{3F34B792-2D4E-4352-A58F-4BBC26BAFB75}" type="presOf" srcId="{6CA36D13-CD50-410E-AB63-C27487016F71}" destId="{2895E447-00EB-427A-8FFD-1BFDA3E29AA0}" srcOrd="0" destOrd="0" presId="urn:microsoft.com/office/officeart/2005/8/layout/cycle7"/>
    <dgm:cxn modelId="{A50BBABA-B213-49DC-91E6-E65E31A56937}" srcId="{A73048FC-A5A9-48BF-8A0B-CE10FAB9E26B}" destId="{37AAECBC-CC4F-4D2C-8C73-448447CCE11A}" srcOrd="0" destOrd="0" parTransId="{B51D9792-6AF8-4378-AA9C-6292E59F581A}" sibTransId="{6CA36D13-CD50-410E-AB63-C27487016F71}"/>
    <dgm:cxn modelId="{729E4FCB-BC01-46CF-9266-1847477F2366}" type="presOf" srcId="{37AAECBC-CC4F-4D2C-8C73-448447CCE11A}" destId="{D555AF0D-8FF0-4910-B9A3-5D0A85C0DEA8}" srcOrd="0" destOrd="0" presId="urn:microsoft.com/office/officeart/2005/8/layout/cycle7"/>
    <dgm:cxn modelId="{9A072DF8-D8ED-48D2-B792-0B3916A225EB}" type="presOf" srcId="{0652C72B-F78C-4185-84E8-F90E862879EE}" destId="{11066017-7FDA-4B9A-BB90-DF6111BEC837}" srcOrd="0" destOrd="0" presId="urn:microsoft.com/office/officeart/2005/8/layout/cycle7"/>
    <dgm:cxn modelId="{FDB93FFF-7EE7-4565-93ED-B12AB1DCAA75}" type="presOf" srcId="{35DE4C19-DFF6-4FF6-9FDA-E66516782BA8}" destId="{F87A24E8-874E-451C-BDB9-323064258C40}" srcOrd="0" destOrd="0" presId="urn:microsoft.com/office/officeart/2005/8/layout/cycle7"/>
    <dgm:cxn modelId="{FB8B5FE3-F0EB-48EC-9EA5-8B22E91852DE}" type="presParOf" srcId="{2B70DF49-0C2D-441F-9060-B70980D5E0A0}" destId="{D555AF0D-8FF0-4910-B9A3-5D0A85C0DEA8}" srcOrd="0" destOrd="0" presId="urn:microsoft.com/office/officeart/2005/8/layout/cycle7"/>
    <dgm:cxn modelId="{51AB3FFA-4147-4178-9137-359132981864}" type="presParOf" srcId="{2B70DF49-0C2D-441F-9060-B70980D5E0A0}" destId="{2895E447-00EB-427A-8FFD-1BFDA3E29AA0}" srcOrd="1" destOrd="0" presId="urn:microsoft.com/office/officeart/2005/8/layout/cycle7"/>
    <dgm:cxn modelId="{ADCEBC5E-9197-4314-8BC6-547ADF502E88}" type="presParOf" srcId="{2895E447-00EB-427A-8FFD-1BFDA3E29AA0}" destId="{73BB7D87-195F-4A82-B4CD-8EB157909C99}" srcOrd="0" destOrd="0" presId="urn:microsoft.com/office/officeart/2005/8/layout/cycle7"/>
    <dgm:cxn modelId="{BD410F2B-B5CA-4E49-BACA-81610E2E0593}" type="presParOf" srcId="{2B70DF49-0C2D-441F-9060-B70980D5E0A0}" destId="{F87A24E8-874E-451C-BDB9-323064258C40}" srcOrd="2" destOrd="0" presId="urn:microsoft.com/office/officeart/2005/8/layout/cycle7"/>
    <dgm:cxn modelId="{F28A8803-4EA3-488F-9AFA-3867AB58F898}" type="presParOf" srcId="{2B70DF49-0C2D-441F-9060-B70980D5E0A0}" destId="{60036CA8-C074-4F8A-9503-7354B9910D9E}" srcOrd="3" destOrd="0" presId="urn:microsoft.com/office/officeart/2005/8/layout/cycle7"/>
    <dgm:cxn modelId="{AB918BAD-D581-488D-AC4E-E9F8607666F3}" type="presParOf" srcId="{60036CA8-C074-4F8A-9503-7354B9910D9E}" destId="{D6F30E95-5598-4DD6-928B-F9A463A0E502}" srcOrd="0" destOrd="0" presId="urn:microsoft.com/office/officeart/2005/8/layout/cycle7"/>
    <dgm:cxn modelId="{29E7CB39-75CD-4914-87DE-06AD57D35CEC}" type="presParOf" srcId="{2B70DF49-0C2D-441F-9060-B70980D5E0A0}" destId="{868D8FDC-9E1C-4AF1-B1E1-9FFF132D51F4}" srcOrd="4" destOrd="0" presId="urn:microsoft.com/office/officeart/2005/8/layout/cycle7"/>
    <dgm:cxn modelId="{A60E8C6C-006E-4A76-876D-393B6726D6E2}" type="presParOf" srcId="{2B70DF49-0C2D-441F-9060-B70980D5E0A0}" destId="{11066017-7FDA-4B9A-BB90-DF6111BEC837}" srcOrd="5" destOrd="0" presId="urn:microsoft.com/office/officeart/2005/8/layout/cycle7"/>
    <dgm:cxn modelId="{4AF3EFB5-1B35-47D4-9F2E-07E46DC3E929}" type="presParOf" srcId="{11066017-7FDA-4B9A-BB90-DF6111BEC837}" destId="{F8D28AF2-D8FB-481C-AA0C-F990E7F03A4F}" srcOrd="0" destOrd="0" presId="urn:microsoft.com/office/officeart/2005/8/layout/cycle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AE24461-248C-476E-A215-9F2CDD3B5206}" type="doc">
      <dgm:prSet loTypeId="urn:microsoft.com/office/officeart/2005/8/layout/chevron1" loCatId="process" qsTypeId="urn:microsoft.com/office/officeart/2005/8/quickstyle/simple1" qsCatId="simple" csTypeId="urn:microsoft.com/office/officeart/2005/8/colors/accent1_2" csCatId="accent1" phldr="1"/>
      <dgm:spPr/>
    </dgm:pt>
    <dgm:pt modelId="{AB36D127-1860-4BAF-8F69-D55E169B4027}">
      <dgm:prSet phldrT="[Texto]"/>
      <dgm:spPr/>
      <dgm:t>
        <a:bodyPr/>
        <a:lstStyle/>
        <a:p>
          <a:r>
            <a:rPr lang="pt-BR" dirty="0"/>
            <a:t>Decreto nº 8.420/15  regulamenta a Lei Anticorrupção</a:t>
          </a:r>
        </a:p>
      </dgm:t>
    </dgm:pt>
    <dgm:pt modelId="{6021D3D2-97C2-459B-A200-7E2286486DE6}" type="parTrans" cxnId="{AD35D1BB-5578-4053-AEA3-D5D3764D7EAC}">
      <dgm:prSet/>
      <dgm:spPr/>
      <dgm:t>
        <a:bodyPr/>
        <a:lstStyle/>
        <a:p>
          <a:endParaRPr lang="pt-BR"/>
        </a:p>
      </dgm:t>
    </dgm:pt>
    <dgm:pt modelId="{02C170ED-AE1C-4399-A86D-A1B9E4FD0A9A}" type="sibTrans" cxnId="{AD35D1BB-5578-4053-AEA3-D5D3764D7EAC}">
      <dgm:prSet/>
      <dgm:spPr/>
      <dgm:t>
        <a:bodyPr/>
        <a:lstStyle/>
        <a:p>
          <a:endParaRPr lang="pt-BR"/>
        </a:p>
      </dgm:t>
    </dgm:pt>
    <dgm:pt modelId="{EC0BEC2F-70CC-49FA-B05B-1DD779FD7195}">
      <dgm:prSet phldrT="[Texto]"/>
      <dgm:spPr/>
      <dgm:t>
        <a:bodyPr/>
        <a:lstStyle/>
        <a:p>
          <a:r>
            <a:rPr lang="pt-BR" dirty="0"/>
            <a:t>Accountability</a:t>
          </a:r>
        </a:p>
      </dgm:t>
    </dgm:pt>
    <dgm:pt modelId="{9C504642-CE4A-4D5E-8053-95BC86E531B0}" type="parTrans" cxnId="{C69954A2-283B-466D-939E-E33D05D4622A}">
      <dgm:prSet/>
      <dgm:spPr/>
      <dgm:t>
        <a:bodyPr/>
        <a:lstStyle/>
        <a:p>
          <a:endParaRPr lang="pt-BR"/>
        </a:p>
      </dgm:t>
    </dgm:pt>
    <dgm:pt modelId="{7A2A8583-1992-4F17-9035-3BEE60E21A40}" type="sibTrans" cxnId="{C69954A2-283B-466D-939E-E33D05D4622A}">
      <dgm:prSet/>
      <dgm:spPr/>
      <dgm:t>
        <a:bodyPr/>
        <a:lstStyle/>
        <a:p>
          <a:endParaRPr lang="pt-BR"/>
        </a:p>
      </dgm:t>
    </dgm:pt>
    <dgm:pt modelId="{B8E33D70-E566-4858-AA06-FA03C787CE96}">
      <dgm:prSet phldrT="[Texto]"/>
      <dgm:spPr/>
      <dgm:t>
        <a:bodyPr/>
        <a:lstStyle/>
        <a:p>
          <a:r>
            <a:rPr lang="pt-BR" dirty="0"/>
            <a:t>Controle Interno</a:t>
          </a:r>
        </a:p>
      </dgm:t>
    </dgm:pt>
    <dgm:pt modelId="{13B9D10F-F11B-4D34-B79F-C5D624334E08}" type="parTrans" cxnId="{43FD3398-0F06-4E38-8F25-A689B938237D}">
      <dgm:prSet/>
      <dgm:spPr/>
      <dgm:t>
        <a:bodyPr/>
        <a:lstStyle/>
        <a:p>
          <a:endParaRPr lang="pt-BR"/>
        </a:p>
      </dgm:t>
    </dgm:pt>
    <dgm:pt modelId="{33D961B5-AFF1-43FB-B3E5-39710E8ED53C}" type="sibTrans" cxnId="{43FD3398-0F06-4E38-8F25-A689B938237D}">
      <dgm:prSet/>
      <dgm:spPr/>
      <dgm:t>
        <a:bodyPr/>
        <a:lstStyle/>
        <a:p>
          <a:endParaRPr lang="pt-BR"/>
        </a:p>
      </dgm:t>
    </dgm:pt>
    <dgm:pt modelId="{85AA25B9-7CA6-4D7D-8E9C-8AE311ADE02B}" type="pres">
      <dgm:prSet presAssocID="{EAE24461-248C-476E-A215-9F2CDD3B5206}" presName="Name0" presStyleCnt="0">
        <dgm:presLayoutVars>
          <dgm:dir/>
          <dgm:animLvl val="lvl"/>
          <dgm:resizeHandles val="exact"/>
        </dgm:presLayoutVars>
      </dgm:prSet>
      <dgm:spPr/>
    </dgm:pt>
    <dgm:pt modelId="{CACB2767-5BEE-44E6-B36A-8E832686CCD6}" type="pres">
      <dgm:prSet presAssocID="{AB36D127-1860-4BAF-8F69-D55E169B4027}" presName="parTxOnly" presStyleLbl="node1" presStyleIdx="0" presStyleCnt="3">
        <dgm:presLayoutVars>
          <dgm:chMax val="0"/>
          <dgm:chPref val="0"/>
          <dgm:bulletEnabled val="1"/>
        </dgm:presLayoutVars>
      </dgm:prSet>
      <dgm:spPr/>
    </dgm:pt>
    <dgm:pt modelId="{B5F2EE97-56B1-4C62-964C-78E2C8E631AF}" type="pres">
      <dgm:prSet presAssocID="{02C170ED-AE1C-4399-A86D-A1B9E4FD0A9A}" presName="parTxOnlySpace" presStyleCnt="0"/>
      <dgm:spPr/>
    </dgm:pt>
    <dgm:pt modelId="{A371CC2C-213D-45E4-8441-BE680F7AEE28}" type="pres">
      <dgm:prSet presAssocID="{EC0BEC2F-70CC-49FA-B05B-1DD779FD7195}" presName="parTxOnly" presStyleLbl="node1" presStyleIdx="1" presStyleCnt="3">
        <dgm:presLayoutVars>
          <dgm:chMax val="0"/>
          <dgm:chPref val="0"/>
          <dgm:bulletEnabled val="1"/>
        </dgm:presLayoutVars>
      </dgm:prSet>
      <dgm:spPr/>
    </dgm:pt>
    <dgm:pt modelId="{6FFEFF4E-3474-4159-98FD-6D9D1F75E354}" type="pres">
      <dgm:prSet presAssocID="{7A2A8583-1992-4F17-9035-3BEE60E21A40}" presName="parTxOnlySpace" presStyleCnt="0"/>
      <dgm:spPr/>
    </dgm:pt>
    <dgm:pt modelId="{695C1546-8535-4A6A-8819-0AD7A980649D}" type="pres">
      <dgm:prSet presAssocID="{B8E33D70-E566-4858-AA06-FA03C787CE96}" presName="parTxOnly" presStyleLbl="node1" presStyleIdx="2" presStyleCnt="3">
        <dgm:presLayoutVars>
          <dgm:chMax val="0"/>
          <dgm:chPref val="0"/>
          <dgm:bulletEnabled val="1"/>
        </dgm:presLayoutVars>
      </dgm:prSet>
      <dgm:spPr/>
    </dgm:pt>
  </dgm:ptLst>
  <dgm:cxnLst>
    <dgm:cxn modelId="{C0173E1D-B588-406C-ADBD-7CC37F54ED09}" type="presOf" srcId="{EAE24461-248C-476E-A215-9F2CDD3B5206}" destId="{85AA25B9-7CA6-4D7D-8E9C-8AE311ADE02B}" srcOrd="0" destOrd="0" presId="urn:microsoft.com/office/officeart/2005/8/layout/chevron1"/>
    <dgm:cxn modelId="{3419DE85-90FC-4F17-903F-DF373A0B97AF}" type="presOf" srcId="{B8E33D70-E566-4858-AA06-FA03C787CE96}" destId="{695C1546-8535-4A6A-8819-0AD7A980649D}" srcOrd="0" destOrd="0" presId="urn:microsoft.com/office/officeart/2005/8/layout/chevron1"/>
    <dgm:cxn modelId="{43FD3398-0F06-4E38-8F25-A689B938237D}" srcId="{EAE24461-248C-476E-A215-9F2CDD3B5206}" destId="{B8E33D70-E566-4858-AA06-FA03C787CE96}" srcOrd="2" destOrd="0" parTransId="{13B9D10F-F11B-4D34-B79F-C5D624334E08}" sibTransId="{33D961B5-AFF1-43FB-B3E5-39710E8ED53C}"/>
    <dgm:cxn modelId="{C69954A2-283B-466D-939E-E33D05D4622A}" srcId="{EAE24461-248C-476E-A215-9F2CDD3B5206}" destId="{EC0BEC2F-70CC-49FA-B05B-1DD779FD7195}" srcOrd="1" destOrd="0" parTransId="{9C504642-CE4A-4D5E-8053-95BC86E531B0}" sibTransId="{7A2A8583-1992-4F17-9035-3BEE60E21A40}"/>
    <dgm:cxn modelId="{AD35D1BB-5578-4053-AEA3-D5D3764D7EAC}" srcId="{EAE24461-248C-476E-A215-9F2CDD3B5206}" destId="{AB36D127-1860-4BAF-8F69-D55E169B4027}" srcOrd="0" destOrd="0" parTransId="{6021D3D2-97C2-459B-A200-7E2286486DE6}" sibTransId="{02C170ED-AE1C-4399-A86D-A1B9E4FD0A9A}"/>
    <dgm:cxn modelId="{805589E3-447E-49C9-915D-A419D7A0610C}" type="presOf" srcId="{AB36D127-1860-4BAF-8F69-D55E169B4027}" destId="{CACB2767-5BEE-44E6-B36A-8E832686CCD6}" srcOrd="0" destOrd="0" presId="urn:microsoft.com/office/officeart/2005/8/layout/chevron1"/>
    <dgm:cxn modelId="{3954CDF8-9068-4C69-AA8D-D2868202535B}" type="presOf" srcId="{EC0BEC2F-70CC-49FA-B05B-1DD779FD7195}" destId="{A371CC2C-213D-45E4-8441-BE680F7AEE28}" srcOrd="0" destOrd="0" presId="urn:microsoft.com/office/officeart/2005/8/layout/chevron1"/>
    <dgm:cxn modelId="{21D3ECAE-4CD0-4726-9F49-5DAE14AD9F5F}" type="presParOf" srcId="{85AA25B9-7CA6-4D7D-8E9C-8AE311ADE02B}" destId="{CACB2767-5BEE-44E6-B36A-8E832686CCD6}" srcOrd="0" destOrd="0" presId="urn:microsoft.com/office/officeart/2005/8/layout/chevron1"/>
    <dgm:cxn modelId="{19AF08D7-EB1C-4C79-AFFF-B8B5A10E2522}" type="presParOf" srcId="{85AA25B9-7CA6-4D7D-8E9C-8AE311ADE02B}" destId="{B5F2EE97-56B1-4C62-964C-78E2C8E631AF}" srcOrd="1" destOrd="0" presId="urn:microsoft.com/office/officeart/2005/8/layout/chevron1"/>
    <dgm:cxn modelId="{494C9F9A-7BE1-4649-B776-33D85CE3693C}" type="presParOf" srcId="{85AA25B9-7CA6-4D7D-8E9C-8AE311ADE02B}" destId="{A371CC2C-213D-45E4-8441-BE680F7AEE28}" srcOrd="2" destOrd="0" presId="urn:microsoft.com/office/officeart/2005/8/layout/chevron1"/>
    <dgm:cxn modelId="{B331A7DD-0707-4E04-AF0F-B05CA6A3127A}" type="presParOf" srcId="{85AA25B9-7CA6-4D7D-8E9C-8AE311ADE02B}" destId="{6FFEFF4E-3474-4159-98FD-6D9D1F75E354}" srcOrd="3" destOrd="0" presId="urn:microsoft.com/office/officeart/2005/8/layout/chevron1"/>
    <dgm:cxn modelId="{86B678A2-B547-43F3-A028-9DE1BF5D6B6D}" type="presParOf" srcId="{85AA25B9-7CA6-4D7D-8E9C-8AE311ADE02B}" destId="{695C1546-8535-4A6A-8819-0AD7A980649D}"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A044638-C461-46EE-881B-90F7AB68FC3F}" type="doc">
      <dgm:prSet loTypeId="urn:microsoft.com/office/officeart/2005/8/layout/hierarchy2" loCatId="hierarchy" qsTypeId="urn:microsoft.com/office/officeart/2005/8/quickstyle/simple1" qsCatId="simple" csTypeId="urn:microsoft.com/office/officeart/2005/8/colors/accent0_2" csCatId="mainScheme" phldr="1"/>
      <dgm:spPr/>
      <dgm:t>
        <a:bodyPr/>
        <a:lstStyle/>
        <a:p>
          <a:endParaRPr lang="pt-BR"/>
        </a:p>
      </dgm:t>
    </dgm:pt>
    <dgm:pt modelId="{521F4E4C-17A9-4C26-928D-5D49674FEA35}">
      <dgm:prSet phldrT="[Texto]"/>
      <dgm:spPr/>
      <dgm:t>
        <a:bodyPr/>
        <a:lstStyle/>
        <a:p>
          <a:r>
            <a:rPr lang="pt-BR" dirty="0"/>
            <a:t>Programa de Compliance</a:t>
          </a:r>
        </a:p>
      </dgm:t>
    </dgm:pt>
    <dgm:pt modelId="{39EF4C44-CBE7-4218-BA94-24A136DD1FDD}" type="parTrans" cxnId="{18DADDB1-9771-4291-92DA-461E1118CE63}">
      <dgm:prSet/>
      <dgm:spPr/>
      <dgm:t>
        <a:bodyPr/>
        <a:lstStyle/>
        <a:p>
          <a:endParaRPr lang="pt-BR"/>
        </a:p>
      </dgm:t>
    </dgm:pt>
    <dgm:pt modelId="{55589DB3-E6F0-486D-9FA3-EFBE6F8E1760}" type="sibTrans" cxnId="{18DADDB1-9771-4291-92DA-461E1118CE63}">
      <dgm:prSet/>
      <dgm:spPr/>
      <dgm:t>
        <a:bodyPr/>
        <a:lstStyle/>
        <a:p>
          <a:endParaRPr lang="pt-BR"/>
        </a:p>
      </dgm:t>
    </dgm:pt>
    <dgm:pt modelId="{ABE56168-76F4-4EA2-AAA3-9483E4140879}">
      <dgm:prSet phldrT="[Texto]"/>
      <dgm:spPr/>
      <dgm:t>
        <a:bodyPr/>
        <a:lstStyle/>
        <a:p>
          <a:r>
            <a:rPr lang="pt-BR" dirty="0"/>
            <a:t>Código de Ética e Conduta</a:t>
          </a:r>
        </a:p>
      </dgm:t>
    </dgm:pt>
    <dgm:pt modelId="{E57696CC-3CB0-4612-9E83-FE731C7A36F2}" type="parTrans" cxnId="{249112B6-E609-4FEF-99E3-C0E7CD563A0D}">
      <dgm:prSet/>
      <dgm:spPr/>
      <dgm:t>
        <a:bodyPr/>
        <a:lstStyle/>
        <a:p>
          <a:endParaRPr lang="pt-BR"/>
        </a:p>
      </dgm:t>
    </dgm:pt>
    <dgm:pt modelId="{4F8FB98C-A3FB-4A49-B632-2105E355FC01}" type="sibTrans" cxnId="{249112B6-E609-4FEF-99E3-C0E7CD563A0D}">
      <dgm:prSet/>
      <dgm:spPr/>
      <dgm:t>
        <a:bodyPr/>
        <a:lstStyle/>
        <a:p>
          <a:endParaRPr lang="pt-BR"/>
        </a:p>
      </dgm:t>
    </dgm:pt>
    <dgm:pt modelId="{069DC9B0-1A6F-46A8-8722-7CA7F47103DA}" type="pres">
      <dgm:prSet presAssocID="{EA044638-C461-46EE-881B-90F7AB68FC3F}" presName="diagram" presStyleCnt="0">
        <dgm:presLayoutVars>
          <dgm:chPref val="1"/>
          <dgm:dir/>
          <dgm:animOne val="branch"/>
          <dgm:animLvl val="lvl"/>
          <dgm:resizeHandles val="exact"/>
        </dgm:presLayoutVars>
      </dgm:prSet>
      <dgm:spPr/>
    </dgm:pt>
    <dgm:pt modelId="{A0D22964-6848-46BB-9028-4AB5DCE6BBE6}" type="pres">
      <dgm:prSet presAssocID="{521F4E4C-17A9-4C26-928D-5D49674FEA35}" presName="root1" presStyleCnt="0"/>
      <dgm:spPr/>
    </dgm:pt>
    <dgm:pt modelId="{0AA9D033-E73E-4277-94EE-CD4CEF8B5960}" type="pres">
      <dgm:prSet presAssocID="{521F4E4C-17A9-4C26-928D-5D49674FEA35}" presName="LevelOneTextNode" presStyleLbl="node0" presStyleIdx="0" presStyleCnt="1">
        <dgm:presLayoutVars>
          <dgm:chPref val="3"/>
        </dgm:presLayoutVars>
      </dgm:prSet>
      <dgm:spPr/>
    </dgm:pt>
    <dgm:pt modelId="{99CFA4C4-96A4-4B5A-A654-60E752168711}" type="pres">
      <dgm:prSet presAssocID="{521F4E4C-17A9-4C26-928D-5D49674FEA35}" presName="level2hierChild" presStyleCnt="0"/>
      <dgm:spPr/>
    </dgm:pt>
    <dgm:pt modelId="{1F67429C-4893-474C-A691-FBF439F61743}" type="pres">
      <dgm:prSet presAssocID="{E57696CC-3CB0-4612-9E83-FE731C7A36F2}" presName="conn2-1" presStyleLbl="parChTrans1D2" presStyleIdx="0" presStyleCnt="1"/>
      <dgm:spPr/>
    </dgm:pt>
    <dgm:pt modelId="{1011CB1F-031B-469D-BECF-C68D0C8D167D}" type="pres">
      <dgm:prSet presAssocID="{E57696CC-3CB0-4612-9E83-FE731C7A36F2}" presName="connTx" presStyleLbl="parChTrans1D2" presStyleIdx="0" presStyleCnt="1"/>
      <dgm:spPr/>
    </dgm:pt>
    <dgm:pt modelId="{F7FA4565-C227-4114-9D03-D2CB8123582F}" type="pres">
      <dgm:prSet presAssocID="{ABE56168-76F4-4EA2-AAA3-9483E4140879}" presName="root2" presStyleCnt="0"/>
      <dgm:spPr/>
    </dgm:pt>
    <dgm:pt modelId="{80B57B84-C134-4DA1-B1C2-E3CCE41D1B77}" type="pres">
      <dgm:prSet presAssocID="{ABE56168-76F4-4EA2-AAA3-9483E4140879}" presName="LevelTwoTextNode" presStyleLbl="node2" presStyleIdx="0" presStyleCnt="1">
        <dgm:presLayoutVars>
          <dgm:chPref val="3"/>
        </dgm:presLayoutVars>
      </dgm:prSet>
      <dgm:spPr/>
    </dgm:pt>
    <dgm:pt modelId="{09E5D221-8792-402E-942B-DB04FE432ED9}" type="pres">
      <dgm:prSet presAssocID="{ABE56168-76F4-4EA2-AAA3-9483E4140879}" presName="level3hierChild" presStyleCnt="0"/>
      <dgm:spPr/>
    </dgm:pt>
  </dgm:ptLst>
  <dgm:cxnLst>
    <dgm:cxn modelId="{15599566-D582-4E12-9C7E-D14BF6D00257}" type="presOf" srcId="{EA044638-C461-46EE-881B-90F7AB68FC3F}" destId="{069DC9B0-1A6F-46A8-8722-7CA7F47103DA}" srcOrd="0" destOrd="0" presId="urn:microsoft.com/office/officeart/2005/8/layout/hierarchy2"/>
    <dgm:cxn modelId="{9143B353-42F6-49A7-BB29-32E818BDF359}" type="presOf" srcId="{E57696CC-3CB0-4612-9E83-FE731C7A36F2}" destId="{1F67429C-4893-474C-A691-FBF439F61743}" srcOrd="0" destOrd="0" presId="urn:microsoft.com/office/officeart/2005/8/layout/hierarchy2"/>
    <dgm:cxn modelId="{21F6E55A-1114-4455-A1BC-3E20F3411CD3}" type="presOf" srcId="{ABE56168-76F4-4EA2-AAA3-9483E4140879}" destId="{80B57B84-C134-4DA1-B1C2-E3CCE41D1B77}" srcOrd="0" destOrd="0" presId="urn:microsoft.com/office/officeart/2005/8/layout/hierarchy2"/>
    <dgm:cxn modelId="{D691DA95-4812-496A-B1E9-725D8915D3E9}" type="presOf" srcId="{521F4E4C-17A9-4C26-928D-5D49674FEA35}" destId="{0AA9D033-E73E-4277-94EE-CD4CEF8B5960}" srcOrd="0" destOrd="0" presId="urn:microsoft.com/office/officeart/2005/8/layout/hierarchy2"/>
    <dgm:cxn modelId="{18DADDB1-9771-4291-92DA-461E1118CE63}" srcId="{EA044638-C461-46EE-881B-90F7AB68FC3F}" destId="{521F4E4C-17A9-4C26-928D-5D49674FEA35}" srcOrd="0" destOrd="0" parTransId="{39EF4C44-CBE7-4218-BA94-24A136DD1FDD}" sibTransId="{55589DB3-E6F0-486D-9FA3-EFBE6F8E1760}"/>
    <dgm:cxn modelId="{249112B6-E609-4FEF-99E3-C0E7CD563A0D}" srcId="{521F4E4C-17A9-4C26-928D-5D49674FEA35}" destId="{ABE56168-76F4-4EA2-AAA3-9483E4140879}" srcOrd="0" destOrd="0" parTransId="{E57696CC-3CB0-4612-9E83-FE731C7A36F2}" sibTransId="{4F8FB98C-A3FB-4A49-B632-2105E355FC01}"/>
    <dgm:cxn modelId="{E4316FC4-9FC5-40D1-BC23-77E6350C8540}" type="presOf" srcId="{E57696CC-3CB0-4612-9E83-FE731C7A36F2}" destId="{1011CB1F-031B-469D-BECF-C68D0C8D167D}" srcOrd="1" destOrd="0" presId="urn:microsoft.com/office/officeart/2005/8/layout/hierarchy2"/>
    <dgm:cxn modelId="{E79A7236-14BB-457D-927F-AF6FAF60084B}" type="presParOf" srcId="{069DC9B0-1A6F-46A8-8722-7CA7F47103DA}" destId="{A0D22964-6848-46BB-9028-4AB5DCE6BBE6}" srcOrd="0" destOrd="0" presId="urn:microsoft.com/office/officeart/2005/8/layout/hierarchy2"/>
    <dgm:cxn modelId="{0F22930B-88CD-46AC-A81B-A752DB1C1B8B}" type="presParOf" srcId="{A0D22964-6848-46BB-9028-4AB5DCE6BBE6}" destId="{0AA9D033-E73E-4277-94EE-CD4CEF8B5960}" srcOrd="0" destOrd="0" presId="urn:microsoft.com/office/officeart/2005/8/layout/hierarchy2"/>
    <dgm:cxn modelId="{44600C64-F73E-452A-8858-6F208EB7EBE2}" type="presParOf" srcId="{A0D22964-6848-46BB-9028-4AB5DCE6BBE6}" destId="{99CFA4C4-96A4-4B5A-A654-60E752168711}" srcOrd="1" destOrd="0" presId="urn:microsoft.com/office/officeart/2005/8/layout/hierarchy2"/>
    <dgm:cxn modelId="{A9CD44E8-48E7-4C67-AE6D-ADEED3F1DE1E}" type="presParOf" srcId="{99CFA4C4-96A4-4B5A-A654-60E752168711}" destId="{1F67429C-4893-474C-A691-FBF439F61743}" srcOrd="0" destOrd="0" presId="urn:microsoft.com/office/officeart/2005/8/layout/hierarchy2"/>
    <dgm:cxn modelId="{E643CACE-6882-47CE-9B12-38917F4AFF74}" type="presParOf" srcId="{1F67429C-4893-474C-A691-FBF439F61743}" destId="{1011CB1F-031B-469D-BECF-C68D0C8D167D}" srcOrd="0" destOrd="0" presId="urn:microsoft.com/office/officeart/2005/8/layout/hierarchy2"/>
    <dgm:cxn modelId="{3071C71C-1F83-4482-9956-46533CB0E602}" type="presParOf" srcId="{99CFA4C4-96A4-4B5A-A654-60E752168711}" destId="{F7FA4565-C227-4114-9D03-D2CB8123582F}" srcOrd="1" destOrd="0" presId="urn:microsoft.com/office/officeart/2005/8/layout/hierarchy2"/>
    <dgm:cxn modelId="{72CBE8C9-2E86-4CB8-AA50-CA83F8710E8B}" type="presParOf" srcId="{F7FA4565-C227-4114-9D03-D2CB8123582F}" destId="{80B57B84-C134-4DA1-B1C2-E3CCE41D1B77}" srcOrd="0" destOrd="0" presId="urn:microsoft.com/office/officeart/2005/8/layout/hierarchy2"/>
    <dgm:cxn modelId="{4B9BC3F1-CC3A-4C99-A458-1E29BD28258B}" type="presParOf" srcId="{F7FA4565-C227-4114-9D03-D2CB8123582F}" destId="{09E5D221-8792-402E-942B-DB04FE432ED9}"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A26C1E-92BF-49EC-9FFA-722BB0CD11FC}">
      <dsp:nvSpPr>
        <dsp:cNvPr id="0" name=""/>
        <dsp:cNvSpPr/>
      </dsp:nvSpPr>
      <dsp:spPr>
        <a:xfrm>
          <a:off x="1688615" y="887"/>
          <a:ext cx="1258539" cy="818050"/>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pt-BR" sz="1200" kern="1200"/>
            <a:t>Indentificação do risco</a:t>
          </a:r>
        </a:p>
      </dsp:txBody>
      <dsp:txXfrm>
        <a:off x="1728549" y="40821"/>
        <a:ext cx="1178671" cy="738182"/>
      </dsp:txXfrm>
    </dsp:sp>
    <dsp:sp modelId="{18ED23CC-ACCD-43E2-BFC2-90283DFB8FB8}">
      <dsp:nvSpPr>
        <dsp:cNvPr id="0" name=""/>
        <dsp:cNvSpPr/>
      </dsp:nvSpPr>
      <dsp:spPr>
        <a:xfrm>
          <a:off x="682086" y="409912"/>
          <a:ext cx="3271597" cy="3271597"/>
        </a:xfrm>
        <a:custGeom>
          <a:avLst/>
          <a:gdLst/>
          <a:ahLst/>
          <a:cxnLst/>
          <a:rect l="0" t="0" r="0" b="0"/>
          <a:pathLst>
            <a:path>
              <a:moveTo>
                <a:pt x="2434017" y="207973"/>
              </a:moveTo>
              <a:arcTo wR="1635798" hR="1635798" stAng="17952430" swAng="1213135"/>
            </a:path>
          </a:pathLst>
        </a:custGeom>
        <a:noFill/>
        <a:ln w="9525" cap="flat"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F24A3FD7-98F5-4A54-BCD2-4D240E741BB2}">
      <dsp:nvSpPr>
        <dsp:cNvPr id="0" name=""/>
        <dsp:cNvSpPr/>
      </dsp:nvSpPr>
      <dsp:spPr>
        <a:xfrm>
          <a:off x="3244352" y="1131196"/>
          <a:ext cx="1258539" cy="818050"/>
        </a:xfrm>
        <a:prstGeom prst="roundRect">
          <a:avLst/>
        </a:prstGeom>
        <a:solidFill>
          <a:schemeClr val="lt1"/>
        </a:solidFill>
        <a:ln w="2540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pt-BR" sz="1200" kern="1200"/>
            <a:t>Avaliação</a:t>
          </a:r>
        </a:p>
      </dsp:txBody>
      <dsp:txXfrm>
        <a:off x="3284286" y="1171130"/>
        <a:ext cx="1178671" cy="738182"/>
      </dsp:txXfrm>
    </dsp:sp>
    <dsp:sp modelId="{0A436116-AA0C-4F34-BCA4-C2EFD02E8605}">
      <dsp:nvSpPr>
        <dsp:cNvPr id="0" name=""/>
        <dsp:cNvSpPr/>
      </dsp:nvSpPr>
      <dsp:spPr>
        <a:xfrm>
          <a:off x="682086" y="409912"/>
          <a:ext cx="3271597" cy="3271597"/>
        </a:xfrm>
        <a:custGeom>
          <a:avLst/>
          <a:gdLst/>
          <a:ahLst/>
          <a:cxnLst/>
          <a:rect l="0" t="0" r="0" b="0"/>
          <a:pathLst>
            <a:path>
              <a:moveTo>
                <a:pt x="3267690" y="1748784"/>
              </a:moveTo>
              <a:arcTo wR="1635798" hR="1635798" stAng="21837637" swAng="1360961"/>
            </a:path>
          </a:pathLst>
        </a:custGeom>
        <a:noFill/>
        <a:ln w="9525" cap="flat"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C393A507-AB8A-4337-BB0C-9634C6CB1CAC}">
      <dsp:nvSpPr>
        <dsp:cNvPr id="0" name=""/>
        <dsp:cNvSpPr/>
      </dsp:nvSpPr>
      <dsp:spPr>
        <a:xfrm>
          <a:off x="2650114" y="2960074"/>
          <a:ext cx="1258539" cy="818050"/>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pt-BR" sz="1200" kern="1200"/>
            <a:t>Priorização</a:t>
          </a:r>
        </a:p>
      </dsp:txBody>
      <dsp:txXfrm>
        <a:off x="2690048" y="3000008"/>
        <a:ext cx="1178671" cy="738182"/>
      </dsp:txXfrm>
    </dsp:sp>
    <dsp:sp modelId="{1CA56B6A-DA3A-47DB-BFF9-2FEFA9C24E73}">
      <dsp:nvSpPr>
        <dsp:cNvPr id="0" name=""/>
        <dsp:cNvSpPr/>
      </dsp:nvSpPr>
      <dsp:spPr>
        <a:xfrm>
          <a:off x="682086" y="409912"/>
          <a:ext cx="3271597" cy="3271597"/>
        </a:xfrm>
        <a:custGeom>
          <a:avLst/>
          <a:gdLst/>
          <a:ahLst/>
          <a:cxnLst/>
          <a:rect l="0" t="0" r="0" b="0"/>
          <a:pathLst>
            <a:path>
              <a:moveTo>
                <a:pt x="1836952" y="3259182"/>
              </a:moveTo>
              <a:arcTo wR="1635798" hR="1635798" stAng="4976187" swAng="847625"/>
            </a:path>
          </a:pathLst>
        </a:custGeom>
        <a:noFill/>
        <a:ln w="9525" cap="flat"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09D301C3-4304-45D2-8981-6DEA9159B3F7}">
      <dsp:nvSpPr>
        <dsp:cNvPr id="0" name=""/>
        <dsp:cNvSpPr/>
      </dsp:nvSpPr>
      <dsp:spPr>
        <a:xfrm>
          <a:off x="727117" y="2960074"/>
          <a:ext cx="1258539" cy="818050"/>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pt-BR" sz="1200" kern="1200"/>
            <a:t>Elaboração plano estratégico</a:t>
          </a:r>
        </a:p>
      </dsp:txBody>
      <dsp:txXfrm>
        <a:off x="767051" y="3000008"/>
        <a:ext cx="1178671" cy="738182"/>
      </dsp:txXfrm>
    </dsp:sp>
    <dsp:sp modelId="{4194F931-A964-48BE-8E30-4DE6D54FB046}">
      <dsp:nvSpPr>
        <dsp:cNvPr id="0" name=""/>
        <dsp:cNvSpPr/>
      </dsp:nvSpPr>
      <dsp:spPr>
        <a:xfrm>
          <a:off x="682086" y="409912"/>
          <a:ext cx="3271597" cy="3271597"/>
        </a:xfrm>
        <a:custGeom>
          <a:avLst/>
          <a:gdLst/>
          <a:ahLst/>
          <a:cxnLst/>
          <a:rect l="0" t="0" r="0" b="0"/>
          <a:pathLst>
            <a:path>
              <a:moveTo>
                <a:pt x="173696" y="2369347"/>
              </a:moveTo>
              <a:arcTo wR="1635798" hR="1635798" stAng="9201402" swAng="1360961"/>
            </a:path>
          </a:pathLst>
        </a:custGeom>
        <a:noFill/>
        <a:ln w="9525" cap="flat"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B70C0CB1-BE56-4D17-B5AF-EE98EE32C831}">
      <dsp:nvSpPr>
        <dsp:cNvPr id="0" name=""/>
        <dsp:cNvSpPr/>
      </dsp:nvSpPr>
      <dsp:spPr>
        <a:xfrm>
          <a:off x="132878" y="1131196"/>
          <a:ext cx="1258539" cy="818050"/>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pt-BR" sz="1200" kern="1200"/>
            <a:t>Monitoramento</a:t>
          </a:r>
        </a:p>
      </dsp:txBody>
      <dsp:txXfrm>
        <a:off x="172812" y="1171130"/>
        <a:ext cx="1178671" cy="738182"/>
      </dsp:txXfrm>
    </dsp:sp>
    <dsp:sp modelId="{8E6462D0-801B-49D1-8AE2-CAA6FEBB0276}">
      <dsp:nvSpPr>
        <dsp:cNvPr id="0" name=""/>
        <dsp:cNvSpPr/>
      </dsp:nvSpPr>
      <dsp:spPr>
        <a:xfrm>
          <a:off x="682086" y="409912"/>
          <a:ext cx="3271597" cy="3271597"/>
        </a:xfrm>
        <a:custGeom>
          <a:avLst/>
          <a:gdLst/>
          <a:ahLst/>
          <a:cxnLst/>
          <a:rect l="0" t="0" r="0" b="0"/>
          <a:pathLst>
            <a:path>
              <a:moveTo>
                <a:pt x="393299" y="571828"/>
              </a:moveTo>
              <a:arcTo wR="1635798" hR="1635798" stAng="13234435" swAng="1213135"/>
            </a:path>
          </a:pathLst>
        </a:custGeom>
        <a:noFill/>
        <a:ln w="9525" cap="flat"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CB2767-5BEE-44E6-B36A-8E832686CCD6}">
      <dsp:nvSpPr>
        <dsp:cNvPr id="0" name=""/>
        <dsp:cNvSpPr/>
      </dsp:nvSpPr>
      <dsp:spPr>
        <a:xfrm>
          <a:off x="1882" y="57721"/>
          <a:ext cx="2293726" cy="91749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pt-BR" sz="1400" kern="1200" dirty="0"/>
            <a:t>Decreto nº 8.420/15  regulamenta a Lei Anticorrupção</a:t>
          </a:r>
        </a:p>
      </dsp:txBody>
      <dsp:txXfrm>
        <a:off x="460627" y="57721"/>
        <a:ext cx="1376236" cy="917490"/>
      </dsp:txXfrm>
    </dsp:sp>
    <dsp:sp modelId="{A371CC2C-213D-45E4-8441-BE680F7AEE28}">
      <dsp:nvSpPr>
        <dsp:cNvPr id="0" name=""/>
        <dsp:cNvSpPr/>
      </dsp:nvSpPr>
      <dsp:spPr>
        <a:xfrm>
          <a:off x="2066236" y="57721"/>
          <a:ext cx="2293726" cy="91749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pt-BR" sz="1400" kern="1200" dirty="0"/>
            <a:t>Accountability</a:t>
          </a:r>
        </a:p>
      </dsp:txBody>
      <dsp:txXfrm>
        <a:off x="2524981" y="57721"/>
        <a:ext cx="1376236" cy="917490"/>
      </dsp:txXfrm>
    </dsp:sp>
    <dsp:sp modelId="{695C1546-8535-4A6A-8819-0AD7A980649D}">
      <dsp:nvSpPr>
        <dsp:cNvPr id="0" name=""/>
        <dsp:cNvSpPr/>
      </dsp:nvSpPr>
      <dsp:spPr>
        <a:xfrm>
          <a:off x="4130590" y="57721"/>
          <a:ext cx="2293726" cy="91749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pt-BR" sz="1400" kern="1200" dirty="0"/>
            <a:t>Controle Interno</a:t>
          </a:r>
        </a:p>
      </dsp:txBody>
      <dsp:txXfrm>
        <a:off x="4589335" y="57721"/>
        <a:ext cx="1376236" cy="91749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A9D033-E73E-4277-94EE-CD4CEF8B5960}">
      <dsp:nvSpPr>
        <dsp:cNvPr id="0" name=""/>
        <dsp:cNvSpPr/>
      </dsp:nvSpPr>
      <dsp:spPr>
        <a:xfrm>
          <a:off x="3254" y="412898"/>
          <a:ext cx="1785871" cy="892935"/>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pt-BR" sz="2100" kern="1200" dirty="0"/>
            <a:t>Programa de Compliance</a:t>
          </a:r>
        </a:p>
      </dsp:txBody>
      <dsp:txXfrm>
        <a:off x="29407" y="439051"/>
        <a:ext cx="1733565" cy="840629"/>
      </dsp:txXfrm>
    </dsp:sp>
    <dsp:sp modelId="{1F67429C-4893-474C-A691-FBF439F61743}">
      <dsp:nvSpPr>
        <dsp:cNvPr id="0" name=""/>
        <dsp:cNvSpPr/>
      </dsp:nvSpPr>
      <dsp:spPr>
        <a:xfrm>
          <a:off x="1789125" y="812608"/>
          <a:ext cx="714348" cy="93515"/>
        </a:xfrm>
        <a:custGeom>
          <a:avLst/>
          <a:gdLst/>
          <a:ahLst/>
          <a:cxnLst/>
          <a:rect l="0" t="0" r="0" b="0"/>
          <a:pathLst>
            <a:path>
              <a:moveTo>
                <a:pt x="0" y="46757"/>
              </a:moveTo>
              <a:lnTo>
                <a:pt x="714348" y="46757"/>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pt-BR" sz="500" kern="1200"/>
        </a:p>
      </dsp:txBody>
      <dsp:txXfrm>
        <a:off x="2128441" y="841507"/>
        <a:ext cx="35717" cy="35717"/>
      </dsp:txXfrm>
    </dsp:sp>
    <dsp:sp modelId="{80B57B84-C134-4DA1-B1C2-E3CCE41D1B77}">
      <dsp:nvSpPr>
        <dsp:cNvPr id="0" name=""/>
        <dsp:cNvSpPr/>
      </dsp:nvSpPr>
      <dsp:spPr>
        <a:xfrm>
          <a:off x="2503474" y="412898"/>
          <a:ext cx="1785871" cy="892935"/>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pt-BR" sz="2100" kern="1200" dirty="0"/>
            <a:t>Código de Ética e Conduta</a:t>
          </a:r>
        </a:p>
      </dsp:txBody>
      <dsp:txXfrm>
        <a:off x="2529627" y="439051"/>
        <a:ext cx="1733565" cy="840629"/>
      </dsp:txXfrm>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7F6254F0-269E-4448-8784-A3D2F8FCE2B1}" type="datetimeFigureOut">
              <a:rPr lang="pt-BR" smtClean="0"/>
              <a:t>22/04/2023</a:t>
            </a:fld>
            <a:endParaRPr lang="pt-BR"/>
          </a:p>
        </p:txBody>
      </p:sp>
      <p:sp>
        <p:nvSpPr>
          <p:cNvPr id="4" name="Espaço Reservado para Imagem de Slide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0B3E577-8201-4ABA-AC5B-DBE97C2DBF4B}" type="slidenum">
              <a:rPr lang="pt-BR" smtClean="0"/>
              <a:t>‹nº›</a:t>
            </a:fld>
            <a:endParaRPr lang="pt-BR"/>
          </a:p>
        </p:txBody>
      </p:sp>
    </p:spTree>
    <p:extLst>
      <p:ext uri="{BB962C8B-B14F-4D97-AF65-F5344CB8AC3E}">
        <p14:creationId xmlns:p14="http://schemas.microsoft.com/office/powerpoint/2010/main" val="1228232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116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1318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116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1318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1169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13181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1169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13181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1169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13181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851169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13181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1169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13181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1169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13181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13181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1169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1169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13181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1169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13181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801484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35853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1169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13181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85858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19842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310500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11699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131812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11699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131812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11699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131812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11699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131812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ahoma"/>
                <a:cs typeface="Tahom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1999" cy="6857997"/>
          </a:xfrm>
          <a:prstGeom prst="rect">
            <a:avLst/>
          </a:prstGeom>
        </p:spPr>
      </p:pic>
      <p:sp>
        <p:nvSpPr>
          <p:cNvPr id="2" name="Holder 2"/>
          <p:cNvSpPr>
            <a:spLocks noGrp="1"/>
          </p:cNvSpPr>
          <p:nvPr>
            <p:ph type="title"/>
          </p:nvPr>
        </p:nvSpPr>
        <p:spPr/>
        <p:txBody>
          <a:bodyPr lIns="0" tIns="0" rIns="0" bIns="0"/>
          <a:lstStyle>
            <a:lvl1pPr>
              <a:defRPr sz="3200" b="1" i="0">
                <a:solidFill>
                  <a:schemeClr val="tx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blipFill>
          <a:blip r:embed="rId2">
            <a:alphaModFix/>
          </a:blip>
          <a:stretch>
            <a:fillRect/>
          </a:stretch>
        </a:blipFill>
        <a:effectLst/>
      </p:bgPr>
    </p:bg>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720000" y="143333"/>
            <a:ext cx="8347800" cy="1267600"/>
          </a:xfrm>
          <a:prstGeom prst="rect">
            <a:avLst/>
          </a:prstGeom>
        </p:spPr>
        <p:txBody>
          <a:bodyPr spcFirstLastPara="1" wrap="square" lIns="91425" tIns="91425" rIns="91425" bIns="91425" anchor="ctr" anchorCtr="0">
            <a:normAutofit/>
          </a:bodyPr>
          <a:lstStyle>
            <a:lvl1pPr lvl="0">
              <a:spcBef>
                <a:spcPts val="0"/>
              </a:spcBef>
              <a:spcAft>
                <a:spcPts val="0"/>
              </a:spcAft>
              <a:buSzPts val="2000"/>
              <a:buFont typeface="Barlow SemiBold"/>
              <a:buNone/>
              <a:defRPr sz="2667">
                <a:latin typeface="Barlow SemiBold"/>
                <a:ea typeface="Barlow SemiBold"/>
                <a:cs typeface="Barlow SemiBold"/>
                <a:sym typeface="Barlow SemiBol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14" name="Google Shape;14;p3"/>
          <p:cNvSpPr txBox="1">
            <a:spLocks noGrp="1"/>
          </p:cNvSpPr>
          <p:nvPr>
            <p:ph type="body" idx="1"/>
          </p:nvPr>
        </p:nvSpPr>
        <p:spPr>
          <a:xfrm>
            <a:off x="720000" y="1862817"/>
            <a:ext cx="11308000" cy="4452549"/>
          </a:xfrm>
          <a:prstGeom prst="rect">
            <a:avLst/>
          </a:prstGeom>
        </p:spPr>
        <p:txBody>
          <a:bodyPr spcFirstLastPara="1" wrap="square" lIns="91425" tIns="91425" rIns="91425" bIns="91425" anchor="t" anchorCtr="0">
            <a:noAutofit/>
          </a:bodyPr>
          <a:lstStyle>
            <a:lvl1pPr marL="609570" lvl="0" indent="-457178">
              <a:spcBef>
                <a:spcPts val="0"/>
              </a:spcBef>
              <a:spcAft>
                <a:spcPts val="0"/>
              </a:spcAft>
              <a:buClr>
                <a:srgbClr val="DC0A84"/>
              </a:buClr>
              <a:buSzPts val="1800"/>
              <a:buFont typeface="Barlow"/>
              <a:buChar char="●"/>
              <a:defRPr>
                <a:latin typeface="Barlow"/>
                <a:ea typeface="Barlow"/>
                <a:cs typeface="Barlow"/>
                <a:sym typeface="Barlow"/>
              </a:defRPr>
            </a:lvl1pPr>
            <a:lvl2pPr marL="1219140" lvl="1" indent="-423312">
              <a:spcBef>
                <a:spcPts val="0"/>
              </a:spcBef>
              <a:spcAft>
                <a:spcPts val="0"/>
              </a:spcAft>
              <a:buClr>
                <a:srgbClr val="DC0A84"/>
              </a:buClr>
              <a:buSzPts val="1400"/>
              <a:buFont typeface="Barlow"/>
              <a:buChar char="○"/>
              <a:defRPr>
                <a:latin typeface="Barlow"/>
                <a:ea typeface="Barlow"/>
                <a:cs typeface="Barlow"/>
                <a:sym typeface="Barlow"/>
              </a:defRPr>
            </a:lvl2pPr>
            <a:lvl3pPr marL="1828709" lvl="2" indent="-423312">
              <a:spcBef>
                <a:spcPts val="0"/>
              </a:spcBef>
              <a:spcAft>
                <a:spcPts val="0"/>
              </a:spcAft>
              <a:buClr>
                <a:srgbClr val="DC0A84"/>
              </a:buClr>
              <a:buSzPts val="1400"/>
              <a:buFont typeface="Barlow"/>
              <a:buChar char="■"/>
              <a:defRPr>
                <a:latin typeface="Barlow"/>
                <a:ea typeface="Barlow"/>
                <a:cs typeface="Barlow"/>
                <a:sym typeface="Barlow"/>
              </a:defRPr>
            </a:lvl3pPr>
            <a:lvl4pPr marL="2438278" lvl="3" indent="-423312">
              <a:spcBef>
                <a:spcPts val="0"/>
              </a:spcBef>
              <a:spcAft>
                <a:spcPts val="0"/>
              </a:spcAft>
              <a:buClr>
                <a:srgbClr val="DC0A84"/>
              </a:buClr>
              <a:buSzPts val="1400"/>
              <a:buFont typeface="Barlow"/>
              <a:buChar char="●"/>
              <a:defRPr>
                <a:latin typeface="Barlow"/>
                <a:ea typeface="Barlow"/>
                <a:cs typeface="Barlow"/>
                <a:sym typeface="Barlow"/>
              </a:defRPr>
            </a:lvl4pPr>
            <a:lvl5pPr marL="3047848" lvl="4" indent="-423312">
              <a:spcBef>
                <a:spcPts val="0"/>
              </a:spcBef>
              <a:spcAft>
                <a:spcPts val="0"/>
              </a:spcAft>
              <a:buClr>
                <a:srgbClr val="DC0A84"/>
              </a:buClr>
              <a:buSzPts val="1400"/>
              <a:buFont typeface="Barlow"/>
              <a:buChar char="○"/>
              <a:defRPr>
                <a:latin typeface="Barlow"/>
                <a:ea typeface="Barlow"/>
                <a:cs typeface="Barlow"/>
                <a:sym typeface="Barlow"/>
              </a:defRPr>
            </a:lvl5pPr>
            <a:lvl6pPr marL="3657418" lvl="5" indent="-423312">
              <a:spcBef>
                <a:spcPts val="0"/>
              </a:spcBef>
              <a:spcAft>
                <a:spcPts val="0"/>
              </a:spcAft>
              <a:buClr>
                <a:srgbClr val="DC0A84"/>
              </a:buClr>
              <a:buSzPts val="1400"/>
              <a:buFont typeface="Barlow"/>
              <a:buChar char="■"/>
              <a:defRPr>
                <a:latin typeface="Barlow"/>
                <a:ea typeface="Barlow"/>
                <a:cs typeface="Barlow"/>
                <a:sym typeface="Barlow"/>
              </a:defRPr>
            </a:lvl6pPr>
            <a:lvl7pPr marL="4266987" lvl="6" indent="-423312">
              <a:spcBef>
                <a:spcPts val="0"/>
              </a:spcBef>
              <a:spcAft>
                <a:spcPts val="0"/>
              </a:spcAft>
              <a:buClr>
                <a:srgbClr val="DC0A84"/>
              </a:buClr>
              <a:buSzPts val="1400"/>
              <a:buFont typeface="Barlow"/>
              <a:buChar char="●"/>
              <a:defRPr>
                <a:latin typeface="Barlow"/>
                <a:ea typeface="Barlow"/>
                <a:cs typeface="Barlow"/>
                <a:sym typeface="Barlow"/>
              </a:defRPr>
            </a:lvl7pPr>
            <a:lvl8pPr marL="4876557" lvl="7" indent="-423312">
              <a:spcBef>
                <a:spcPts val="0"/>
              </a:spcBef>
              <a:spcAft>
                <a:spcPts val="0"/>
              </a:spcAft>
              <a:buClr>
                <a:srgbClr val="DC0A84"/>
              </a:buClr>
              <a:buSzPts val="1400"/>
              <a:buFont typeface="Barlow"/>
              <a:buChar char="○"/>
              <a:defRPr>
                <a:latin typeface="Barlow"/>
                <a:ea typeface="Barlow"/>
                <a:cs typeface="Barlow"/>
                <a:sym typeface="Barlow"/>
              </a:defRPr>
            </a:lvl8pPr>
            <a:lvl9pPr marL="5486126" lvl="8" indent="-423312">
              <a:spcBef>
                <a:spcPts val="0"/>
              </a:spcBef>
              <a:spcAft>
                <a:spcPts val="0"/>
              </a:spcAft>
              <a:buClr>
                <a:srgbClr val="DC0A84"/>
              </a:buClr>
              <a:buSzPts val="1400"/>
              <a:buFont typeface="Barlow"/>
              <a:buChar char="■"/>
              <a:defRPr>
                <a:latin typeface="Barlow"/>
                <a:ea typeface="Barlow"/>
                <a:cs typeface="Barlow"/>
                <a:sym typeface="Barlow"/>
              </a:defRPr>
            </a:lvl9pPr>
          </a:lstStyle>
          <a:p>
            <a:endParaRPr dirty="0"/>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pt-BR" smtClean="0"/>
              <a:pPr/>
              <a:t>‹nº›</a:t>
            </a:fld>
            <a:endParaRPr lang="pt-BR"/>
          </a:p>
        </p:txBody>
      </p:sp>
      <p:sp>
        <p:nvSpPr>
          <p:cNvPr id="5" name="Retângulo 4">
            <a:extLst>
              <a:ext uri="{FF2B5EF4-FFF2-40B4-BE49-F238E27FC236}">
                <a16:creationId xmlns:a16="http://schemas.microsoft.com/office/drawing/2014/main" id="{6FAED773-8D6C-4A3F-A76A-1389A39FC813}"/>
              </a:ext>
            </a:extLst>
          </p:cNvPr>
          <p:cNvSpPr/>
          <p:nvPr userDrawn="1"/>
        </p:nvSpPr>
        <p:spPr>
          <a:xfrm>
            <a:off x="9067800" y="90265"/>
            <a:ext cx="3035300" cy="171948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561194615"/>
      </p:ext>
    </p:extLst>
  </p:cSld>
  <p:clrMapOvr>
    <a:masterClrMapping/>
  </p:clrMapOvr>
  <p:extLst>
    <p:ext uri="{DCECCB84-F9BA-43D5-87BE-67443E8EF086}">
      <p15:sldGuideLst xmlns:p15="http://schemas.microsoft.com/office/powerpoint/2012/main">
        <p15:guide id="1" pos="453">
          <p15:clr>
            <a:srgbClr val="FA7B17"/>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0" y="0"/>
            <a:ext cx="12191999" cy="6857997"/>
          </a:xfrm>
          <a:prstGeom prst="rect">
            <a:avLst/>
          </a:prstGeom>
        </p:spPr>
      </p:pic>
      <p:sp>
        <p:nvSpPr>
          <p:cNvPr id="17" name="bg object 17"/>
          <p:cNvSpPr/>
          <p:nvPr/>
        </p:nvSpPr>
        <p:spPr>
          <a:xfrm>
            <a:off x="9068561" y="90677"/>
            <a:ext cx="3035935" cy="1720850"/>
          </a:xfrm>
          <a:custGeom>
            <a:avLst/>
            <a:gdLst/>
            <a:ahLst/>
            <a:cxnLst/>
            <a:rect l="l" t="t" r="r" b="b"/>
            <a:pathLst>
              <a:path w="3035934" h="1720850">
                <a:moveTo>
                  <a:pt x="3035807" y="0"/>
                </a:moveTo>
                <a:lnTo>
                  <a:pt x="0" y="0"/>
                </a:lnTo>
                <a:lnTo>
                  <a:pt x="0" y="1720596"/>
                </a:lnTo>
                <a:lnTo>
                  <a:pt x="3035807" y="1720596"/>
                </a:lnTo>
                <a:lnTo>
                  <a:pt x="3035807" y="0"/>
                </a:lnTo>
                <a:close/>
              </a:path>
            </a:pathLst>
          </a:custGeom>
          <a:solidFill>
            <a:srgbClr val="FFFFFF"/>
          </a:solidFill>
        </p:spPr>
        <p:txBody>
          <a:bodyPr wrap="square" lIns="0" tIns="0" rIns="0" bIns="0" rtlCol="0"/>
          <a:lstStyle/>
          <a:p>
            <a:endParaRPr/>
          </a:p>
        </p:txBody>
      </p:sp>
      <p:sp>
        <p:nvSpPr>
          <p:cNvPr id="18" name="bg object 18"/>
          <p:cNvSpPr/>
          <p:nvPr/>
        </p:nvSpPr>
        <p:spPr>
          <a:xfrm>
            <a:off x="9068561" y="90677"/>
            <a:ext cx="3035935" cy="1720850"/>
          </a:xfrm>
          <a:custGeom>
            <a:avLst/>
            <a:gdLst/>
            <a:ahLst/>
            <a:cxnLst/>
            <a:rect l="l" t="t" r="r" b="b"/>
            <a:pathLst>
              <a:path w="3035934" h="1720850">
                <a:moveTo>
                  <a:pt x="0" y="1720596"/>
                </a:moveTo>
                <a:lnTo>
                  <a:pt x="3035807" y="1720596"/>
                </a:lnTo>
                <a:lnTo>
                  <a:pt x="3035807" y="0"/>
                </a:lnTo>
                <a:lnTo>
                  <a:pt x="0" y="0"/>
                </a:lnTo>
                <a:lnTo>
                  <a:pt x="0" y="1720596"/>
                </a:lnTo>
                <a:close/>
              </a:path>
            </a:pathLst>
          </a:custGeom>
          <a:ln w="25400">
            <a:solidFill>
              <a:srgbClr val="D9D9D9"/>
            </a:solidFill>
          </a:ln>
        </p:spPr>
        <p:txBody>
          <a:bodyPr wrap="square" lIns="0" tIns="0" rIns="0" bIns="0" rtlCol="0"/>
          <a:lstStyle/>
          <a:p>
            <a:endParaRPr/>
          </a:p>
        </p:txBody>
      </p:sp>
      <p:sp>
        <p:nvSpPr>
          <p:cNvPr id="2" name="Holder 2"/>
          <p:cNvSpPr>
            <a:spLocks noGrp="1"/>
          </p:cNvSpPr>
          <p:nvPr>
            <p:ph type="title"/>
          </p:nvPr>
        </p:nvSpPr>
        <p:spPr>
          <a:xfrm>
            <a:off x="1335278" y="3173349"/>
            <a:ext cx="9521443" cy="513714"/>
          </a:xfrm>
          <a:prstGeom prst="rect">
            <a:avLst/>
          </a:prstGeom>
        </p:spPr>
        <p:txBody>
          <a:bodyPr wrap="square" lIns="0" tIns="0" rIns="0" bIns="0">
            <a:spAutoFit/>
          </a:bodyPr>
          <a:lstStyle>
            <a:lvl1pPr>
              <a:defRPr sz="3200" b="1" i="0">
                <a:solidFill>
                  <a:schemeClr val="tx1"/>
                </a:solidFill>
                <a:latin typeface="Tahoma"/>
                <a:cs typeface="Tahoma"/>
              </a:defRPr>
            </a:lvl1pPr>
          </a:lstStyle>
          <a:p>
            <a:endParaRPr/>
          </a:p>
        </p:txBody>
      </p:sp>
      <p:sp>
        <p:nvSpPr>
          <p:cNvPr id="3" name="Holder 3"/>
          <p:cNvSpPr>
            <a:spLocks noGrp="1"/>
          </p:cNvSpPr>
          <p:nvPr>
            <p:ph type="body" idx="1"/>
          </p:nvPr>
        </p:nvSpPr>
        <p:spPr>
          <a:xfrm>
            <a:off x="250266" y="2408300"/>
            <a:ext cx="11691467" cy="2372995"/>
          </a:xfrm>
          <a:prstGeom prst="rect">
            <a:avLst/>
          </a:prstGeom>
        </p:spPr>
        <p:txBody>
          <a:bodyPr wrap="square" lIns="0" tIns="0" rIns="0" bIns="0">
            <a:spAutoFit/>
          </a:bodyPr>
          <a:lstStyle>
            <a:lvl1pPr>
              <a:defRPr sz="28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4/22/2023</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7"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3491865">
              <a:lnSpc>
                <a:spcPct val="100000"/>
              </a:lnSpc>
              <a:spcBef>
                <a:spcPts val="105"/>
              </a:spcBef>
            </a:pPr>
            <a:r>
              <a:rPr spc="-275" dirty="0"/>
              <a:t>Origem</a:t>
            </a:r>
            <a:r>
              <a:rPr spc="-325" dirty="0"/>
              <a:t> </a:t>
            </a:r>
            <a:r>
              <a:rPr spc="-170" dirty="0"/>
              <a:t>e</a:t>
            </a:r>
            <a:r>
              <a:rPr spc="-310" dirty="0"/>
              <a:t> </a:t>
            </a:r>
            <a:r>
              <a:rPr spc="-229" dirty="0"/>
              <a:t>Co</a:t>
            </a:r>
            <a:r>
              <a:rPr spc="-245" dirty="0"/>
              <a:t>n</a:t>
            </a:r>
            <a:r>
              <a:rPr spc="-130" dirty="0"/>
              <a:t>ceito</a:t>
            </a:r>
            <a:r>
              <a:rPr spc="-325" dirty="0"/>
              <a:t> </a:t>
            </a:r>
            <a:r>
              <a:rPr spc="-235" dirty="0"/>
              <a:t>da</a:t>
            </a:r>
            <a:r>
              <a:rPr spc="-300" dirty="0"/>
              <a:t> </a:t>
            </a:r>
            <a:r>
              <a:rPr spc="-250" dirty="0"/>
              <a:t>Gover</a:t>
            </a:r>
            <a:r>
              <a:rPr spc="-280" dirty="0"/>
              <a:t>n</a:t>
            </a:r>
            <a:r>
              <a:rPr spc="-195" dirty="0"/>
              <a:t>ança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9248" y="729741"/>
            <a:ext cx="4089400" cy="513715"/>
          </a:xfrm>
          <a:prstGeom prst="rect">
            <a:avLst/>
          </a:prstGeom>
        </p:spPr>
        <p:txBody>
          <a:bodyPr vert="horz" wrap="square" lIns="0" tIns="13335" rIns="0" bIns="0" rtlCol="0">
            <a:spAutoFit/>
          </a:bodyPr>
          <a:lstStyle/>
          <a:p>
            <a:pPr marL="12700">
              <a:lnSpc>
                <a:spcPct val="100000"/>
              </a:lnSpc>
              <a:spcBef>
                <a:spcPts val="105"/>
              </a:spcBef>
            </a:pPr>
            <a:r>
              <a:rPr spc="-260" dirty="0"/>
              <a:t>Origem</a:t>
            </a:r>
            <a:r>
              <a:rPr spc="-320" dirty="0"/>
              <a:t> </a:t>
            </a:r>
            <a:r>
              <a:rPr spc="-215" dirty="0"/>
              <a:t>da</a:t>
            </a:r>
            <a:r>
              <a:rPr spc="-300" dirty="0"/>
              <a:t> </a:t>
            </a:r>
            <a:r>
              <a:rPr spc="-434" dirty="0"/>
              <a:t>G</a:t>
            </a:r>
            <a:r>
              <a:rPr spc="-190" dirty="0"/>
              <a:t>overnança</a:t>
            </a:r>
          </a:p>
        </p:txBody>
      </p:sp>
      <p:sp>
        <p:nvSpPr>
          <p:cNvPr id="3" name="object 3"/>
          <p:cNvSpPr txBox="1">
            <a:spLocks noGrp="1"/>
          </p:cNvSpPr>
          <p:nvPr>
            <p:ph type="body" idx="1"/>
          </p:nvPr>
        </p:nvSpPr>
        <p:spPr>
          <a:prstGeom prst="rect">
            <a:avLst/>
          </a:prstGeom>
        </p:spPr>
        <p:txBody>
          <a:bodyPr vert="horz" wrap="square" lIns="0" tIns="12065" rIns="0" bIns="0" rtlCol="0">
            <a:spAutoFit/>
          </a:bodyPr>
          <a:lstStyle/>
          <a:p>
            <a:pPr marL="1167765" indent="-457200">
              <a:lnSpc>
                <a:spcPct val="100000"/>
              </a:lnSpc>
              <a:spcBef>
                <a:spcPts val="95"/>
              </a:spcBef>
              <a:buClr>
                <a:srgbClr val="DC0984"/>
              </a:buClr>
              <a:buSzPct val="64285"/>
              <a:buFont typeface="Times New Roman"/>
              <a:buChar char="●"/>
              <a:tabLst>
                <a:tab pos="1168400" algn="l"/>
                <a:tab pos="1169035" algn="l"/>
              </a:tabLst>
            </a:pPr>
            <a:r>
              <a:rPr spc="35" dirty="0"/>
              <a:t>Ber</a:t>
            </a:r>
            <a:r>
              <a:rPr spc="25" dirty="0"/>
              <a:t>l</a:t>
            </a:r>
            <a:r>
              <a:rPr spc="15" dirty="0"/>
              <a:t>e</a:t>
            </a:r>
            <a:r>
              <a:rPr spc="-320" dirty="0"/>
              <a:t> </a:t>
            </a:r>
            <a:r>
              <a:rPr spc="15" dirty="0"/>
              <a:t>e</a:t>
            </a:r>
            <a:r>
              <a:rPr spc="-315" dirty="0"/>
              <a:t> </a:t>
            </a:r>
            <a:r>
              <a:rPr spc="-30" dirty="0"/>
              <a:t>Mean</a:t>
            </a:r>
            <a:r>
              <a:rPr spc="-20" dirty="0"/>
              <a:t>s</a:t>
            </a:r>
            <a:r>
              <a:rPr spc="-110" dirty="0"/>
              <a:t>,</a:t>
            </a:r>
            <a:r>
              <a:rPr spc="-320" dirty="0"/>
              <a:t> </a:t>
            </a:r>
            <a:r>
              <a:rPr spc="-185" dirty="0"/>
              <a:t>1932</a:t>
            </a:r>
          </a:p>
          <a:p>
            <a:pPr marL="698500">
              <a:lnSpc>
                <a:spcPct val="100000"/>
              </a:lnSpc>
              <a:spcBef>
                <a:spcPts val="30"/>
              </a:spcBef>
              <a:buClr>
                <a:srgbClr val="DC0984"/>
              </a:buClr>
              <a:buFont typeface="Times New Roman"/>
              <a:buChar char="●"/>
            </a:pPr>
            <a:endParaRPr sz="4150"/>
          </a:p>
          <a:p>
            <a:pPr marL="1167765" marR="5080" indent="-457200">
              <a:lnSpc>
                <a:spcPct val="150100"/>
              </a:lnSpc>
              <a:buClr>
                <a:srgbClr val="DC0984"/>
              </a:buClr>
              <a:buSzPct val="64285"/>
              <a:buFont typeface="Times New Roman"/>
              <a:buChar char="●"/>
              <a:tabLst>
                <a:tab pos="1168400" algn="l"/>
                <a:tab pos="1169035" algn="l"/>
                <a:tab pos="2846705" algn="l"/>
                <a:tab pos="4780915" algn="l"/>
                <a:tab pos="6569075" algn="l"/>
                <a:tab pos="7934959" algn="l"/>
                <a:tab pos="8752840" algn="l"/>
                <a:tab pos="10259060" algn="l"/>
              </a:tabLst>
            </a:pPr>
            <a:r>
              <a:rPr spc="-10" dirty="0"/>
              <a:t>Seg</a:t>
            </a:r>
            <a:r>
              <a:rPr spc="-5" dirty="0"/>
              <a:t>u</a:t>
            </a:r>
            <a:r>
              <a:rPr spc="-40" dirty="0"/>
              <a:t>nda</a:t>
            </a:r>
            <a:r>
              <a:rPr dirty="0"/>
              <a:t>	</a:t>
            </a:r>
            <a:r>
              <a:rPr spc="-20" dirty="0"/>
              <a:t>Revo</a:t>
            </a:r>
            <a:r>
              <a:rPr spc="-5" dirty="0"/>
              <a:t>l</a:t>
            </a:r>
            <a:r>
              <a:rPr spc="50" dirty="0"/>
              <a:t>u</a:t>
            </a:r>
            <a:r>
              <a:rPr spc="25" dirty="0"/>
              <a:t>ç</a:t>
            </a:r>
            <a:r>
              <a:rPr spc="-25" dirty="0"/>
              <a:t>ão</a:t>
            </a:r>
            <a:r>
              <a:rPr dirty="0"/>
              <a:t>	</a:t>
            </a:r>
            <a:r>
              <a:rPr spc="-75" dirty="0"/>
              <a:t>Indu</a:t>
            </a:r>
            <a:r>
              <a:rPr spc="-65" dirty="0"/>
              <a:t>s</a:t>
            </a:r>
            <a:r>
              <a:rPr spc="25" dirty="0"/>
              <a:t>trial</a:t>
            </a:r>
            <a:r>
              <a:rPr dirty="0"/>
              <a:t>	</a:t>
            </a:r>
            <a:r>
              <a:rPr spc="35" dirty="0"/>
              <a:t>iniciou</a:t>
            </a:r>
            <a:r>
              <a:rPr dirty="0"/>
              <a:t>	</a:t>
            </a:r>
            <a:r>
              <a:rPr spc="-55" dirty="0"/>
              <a:t>um</a:t>
            </a:r>
            <a:r>
              <a:rPr dirty="0"/>
              <a:t>	</a:t>
            </a:r>
            <a:r>
              <a:rPr spc="5" dirty="0"/>
              <a:t>pe</a:t>
            </a:r>
            <a:r>
              <a:rPr spc="10" dirty="0"/>
              <a:t>r</a:t>
            </a:r>
            <a:r>
              <a:rPr spc="-20" dirty="0"/>
              <a:t>íodo</a:t>
            </a:r>
            <a:r>
              <a:rPr dirty="0"/>
              <a:t>	</a:t>
            </a:r>
            <a:r>
              <a:rPr spc="-10" dirty="0"/>
              <a:t>chama</a:t>
            </a:r>
            <a:r>
              <a:rPr spc="-20" dirty="0"/>
              <a:t>d</a:t>
            </a:r>
            <a:r>
              <a:rPr dirty="0"/>
              <a:t>o  </a:t>
            </a:r>
            <a:r>
              <a:rPr spc="-120" dirty="0"/>
              <a:t>"</a:t>
            </a:r>
            <a:r>
              <a:rPr i="1" spc="-120" dirty="0">
                <a:latin typeface="Trebuchet MS"/>
                <a:cs typeface="Trebuchet MS"/>
              </a:rPr>
              <a:t>industrialização</a:t>
            </a:r>
            <a:r>
              <a:rPr spc="-12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9248" y="729741"/>
            <a:ext cx="4419600" cy="513715"/>
          </a:xfrm>
          <a:prstGeom prst="rect">
            <a:avLst/>
          </a:prstGeom>
        </p:spPr>
        <p:txBody>
          <a:bodyPr vert="horz" wrap="square" lIns="0" tIns="13335" rIns="0" bIns="0" rtlCol="0">
            <a:spAutoFit/>
          </a:bodyPr>
          <a:lstStyle/>
          <a:p>
            <a:pPr marL="12700">
              <a:lnSpc>
                <a:spcPct val="100000"/>
              </a:lnSpc>
              <a:spcBef>
                <a:spcPts val="105"/>
              </a:spcBef>
            </a:pPr>
            <a:r>
              <a:rPr spc="-160" dirty="0"/>
              <a:t>Concei</a:t>
            </a:r>
            <a:r>
              <a:rPr spc="-130" dirty="0"/>
              <a:t>t</a:t>
            </a:r>
            <a:r>
              <a:rPr spc="-195" dirty="0"/>
              <a:t>o</a:t>
            </a:r>
            <a:r>
              <a:rPr spc="-300" dirty="0"/>
              <a:t> </a:t>
            </a:r>
            <a:r>
              <a:rPr spc="-180" dirty="0"/>
              <a:t>de</a:t>
            </a:r>
            <a:r>
              <a:rPr spc="-300" dirty="0"/>
              <a:t> </a:t>
            </a:r>
            <a:r>
              <a:rPr spc="-434" dirty="0"/>
              <a:t>G</a:t>
            </a:r>
            <a:r>
              <a:rPr spc="-190" dirty="0"/>
              <a:t>overnança</a:t>
            </a:r>
          </a:p>
        </p:txBody>
      </p:sp>
      <p:sp>
        <p:nvSpPr>
          <p:cNvPr id="3" name="object 3"/>
          <p:cNvSpPr txBox="1"/>
          <p:nvPr/>
        </p:nvSpPr>
        <p:spPr>
          <a:xfrm>
            <a:off x="829462" y="2013966"/>
            <a:ext cx="11092180" cy="3887470"/>
          </a:xfrm>
          <a:prstGeom prst="rect">
            <a:avLst/>
          </a:prstGeom>
        </p:spPr>
        <p:txBody>
          <a:bodyPr vert="horz" wrap="square" lIns="0" tIns="12065" rIns="0" bIns="0" rtlCol="0">
            <a:spAutoFit/>
          </a:bodyPr>
          <a:lstStyle/>
          <a:p>
            <a:pPr marL="12700" algn="just">
              <a:lnSpc>
                <a:spcPct val="100000"/>
              </a:lnSpc>
              <a:spcBef>
                <a:spcPts val="95"/>
              </a:spcBef>
            </a:pPr>
            <a:r>
              <a:rPr sz="2800" spc="-15" dirty="0">
                <a:solidFill>
                  <a:srgbClr val="585858"/>
                </a:solidFill>
                <a:latin typeface="Tahoma"/>
                <a:cs typeface="Tahoma"/>
              </a:rPr>
              <a:t>Segundo</a:t>
            </a:r>
            <a:r>
              <a:rPr sz="2800" spc="-310" dirty="0">
                <a:solidFill>
                  <a:srgbClr val="585858"/>
                </a:solidFill>
                <a:latin typeface="Tahoma"/>
                <a:cs typeface="Tahoma"/>
              </a:rPr>
              <a:t> </a:t>
            </a:r>
            <a:r>
              <a:rPr sz="2800" dirty="0">
                <a:solidFill>
                  <a:srgbClr val="585858"/>
                </a:solidFill>
                <a:latin typeface="Tahoma"/>
                <a:cs typeface="Tahoma"/>
              </a:rPr>
              <a:t>o</a:t>
            </a:r>
            <a:r>
              <a:rPr sz="2800" spc="-315" dirty="0">
                <a:solidFill>
                  <a:srgbClr val="585858"/>
                </a:solidFill>
                <a:latin typeface="Tahoma"/>
                <a:cs typeface="Tahoma"/>
              </a:rPr>
              <a:t> </a:t>
            </a:r>
            <a:r>
              <a:rPr sz="2800" spc="-30" dirty="0">
                <a:solidFill>
                  <a:srgbClr val="585858"/>
                </a:solidFill>
                <a:latin typeface="Tahoma"/>
                <a:cs typeface="Tahoma"/>
              </a:rPr>
              <a:t>Daniel</a:t>
            </a:r>
            <a:r>
              <a:rPr sz="2800" spc="-310" dirty="0">
                <a:solidFill>
                  <a:srgbClr val="585858"/>
                </a:solidFill>
                <a:latin typeface="Tahoma"/>
                <a:cs typeface="Tahoma"/>
              </a:rPr>
              <a:t> </a:t>
            </a:r>
            <a:r>
              <a:rPr sz="2800" spc="40" dirty="0">
                <a:solidFill>
                  <a:srgbClr val="585858"/>
                </a:solidFill>
                <a:latin typeface="Tahoma"/>
                <a:cs typeface="Tahoma"/>
              </a:rPr>
              <a:t>Lança</a:t>
            </a:r>
            <a:r>
              <a:rPr sz="2800" spc="250" dirty="0">
                <a:solidFill>
                  <a:srgbClr val="585858"/>
                </a:solidFill>
                <a:latin typeface="Tahoma"/>
                <a:cs typeface="Tahoma"/>
              </a:rPr>
              <a:t> </a:t>
            </a:r>
            <a:r>
              <a:rPr sz="2800" spc="-345" dirty="0">
                <a:solidFill>
                  <a:srgbClr val="585858"/>
                </a:solidFill>
                <a:latin typeface="Tahoma"/>
                <a:cs typeface="Tahoma"/>
              </a:rPr>
              <a:t>(</a:t>
            </a:r>
            <a:r>
              <a:rPr sz="2800" spc="-180" dirty="0">
                <a:solidFill>
                  <a:srgbClr val="585858"/>
                </a:solidFill>
                <a:latin typeface="Tahoma"/>
                <a:cs typeface="Tahoma"/>
              </a:rPr>
              <a:t>20</a:t>
            </a:r>
            <a:r>
              <a:rPr sz="2800" spc="-175" dirty="0">
                <a:solidFill>
                  <a:srgbClr val="585858"/>
                </a:solidFill>
                <a:latin typeface="Tahoma"/>
                <a:cs typeface="Tahoma"/>
              </a:rPr>
              <a:t>1</a:t>
            </a:r>
            <a:r>
              <a:rPr sz="2800" spc="-80" dirty="0">
                <a:solidFill>
                  <a:srgbClr val="585858"/>
                </a:solidFill>
                <a:latin typeface="Tahoma"/>
                <a:cs typeface="Tahoma"/>
              </a:rPr>
              <a:t>9</a:t>
            </a:r>
            <a:r>
              <a:rPr sz="2800" spc="-345" dirty="0">
                <a:solidFill>
                  <a:srgbClr val="585858"/>
                </a:solidFill>
                <a:latin typeface="Tahoma"/>
                <a:cs typeface="Tahoma"/>
              </a:rPr>
              <a:t>)</a:t>
            </a:r>
            <a:r>
              <a:rPr sz="2800" spc="-45" dirty="0">
                <a:solidFill>
                  <a:srgbClr val="585858"/>
                </a:solidFill>
                <a:latin typeface="Tahoma"/>
                <a:cs typeface="Tahoma"/>
              </a:rPr>
              <a:t>:</a:t>
            </a:r>
            <a:endParaRPr sz="2800">
              <a:latin typeface="Tahoma"/>
              <a:cs typeface="Tahoma"/>
            </a:endParaRPr>
          </a:p>
          <a:p>
            <a:pPr>
              <a:lnSpc>
                <a:spcPct val="100000"/>
              </a:lnSpc>
            </a:pPr>
            <a:endParaRPr sz="3200">
              <a:latin typeface="Tahoma"/>
              <a:cs typeface="Tahoma"/>
            </a:endParaRPr>
          </a:p>
          <a:p>
            <a:pPr marL="12700" marR="5080" algn="just">
              <a:lnSpc>
                <a:spcPct val="114999"/>
              </a:lnSpc>
              <a:spcBef>
                <a:spcPts val="5"/>
              </a:spcBef>
            </a:pPr>
            <a:r>
              <a:rPr sz="2800" spc="15" dirty="0">
                <a:solidFill>
                  <a:srgbClr val="585858"/>
                </a:solidFill>
                <a:latin typeface="Tahoma"/>
                <a:cs typeface="Tahoma"/>
              </a:rPr>
              <a:t>A</a:t>
            </a:r>
            <a:r>
              <a:rPr sz="2800" spc="-114" dirty="0">
                <a:solidFill>
                  <a:srgbClr val="585858"/>
                </a:solidFill>
                <a:latin typeface="Tahoma"/>
                <a:cs typeface="Tahoma"/>
              </a:rPr>
              <a:t> </a:t>
            </a:r>
            <a:r>
              <a:rPr sz="2800" dirty="0">
                <a:solidFill>
                  <a:srgbClr val="585858"/>
                </a:solidFill>
                <a:latin typeface="Tahoma"/>
                <a:cs typeface="Tahoma"/>
              </a:rPr>
              <a:t>evolução</a:t>
            </a:r>
            <a:r>
              <a:rPr sz="2800" spc="-110" dirty="0">
                <a:solidFill>
                  <a:srgbClr val="585858"/>
                </a:solidFill>
                <a:latin typeface="Tahoma"/>
                <a:cs typeface="Tahoma"/>
              </a:rPr>
              <a:t> </a:t>
            </a:r>
            <a:r>
              <a:rPr sz="2800" spc="-5" dirty="0">
                <a:solidFill>
                  <a:srgbClr val="585858"/>
                </a:solidFill>
                <a:latin typeface="Tahoma"/>
                <a:cs typeface="Tahoma"/>
              </a:rPr>
              <a:t>de</a:t>
            </a:r>
            <a:r>
              <a:rPr sz="2800" spc="-105" dirty="0">
                <a:solidFill>
                  <a:srgbClr val="585858"/>
                </a:solidFill>
                <a:latin typeface="Tahoma"/>
                <a:cs typeface="Tahoma"/>
              </a:rPr>
              <a:t> </a:t>
            </a:r>
            <a:r>
              <a:rPr sz="2800" spc="40" dirty="0">
                <a:solidFill>
                  <a:srgbClr val="585858"/>
                </a:solidFill>
                <a:latin typeface="Tahoma"/>
                <a:cs typeface="Tahoma"/>
              </a:rPr>
              <a:t>costumes</a:t>
            </a:r>
            <a:r>
              <a:rPr sz="2800" spc="-100" dirty="0">
                <a:solidFill>
                  <a:srgbClr val="585858"/>
                </a:solidFill>
                <a:latin typeface="Tahoma"/>
                <a:cs typeface="Tahoma"/>
              </a:rPr>
              <a:t> </a:t>
            </a:r>
            <a:r>
              <a:rPr sz="2800" spc="15" dirty="0">
                <a:solidFill>
                  <a:srgbClr val="585858"/>
                </a:solidFill>
                <a:latin typeface="Tahoma"/>
                <a:cs typeface="Tahoma"/>
              </a:rPr>
              <a:t>e</a:t>
            </a:r>
            <a:r>
              <a:rPr sz="2800" spc="-105" dirty="0">
                <a:solidFill>
                  <a:srgbClr val="585858"/>
                </a:solidFill>
                <a:latin typeface="Tahoma"/>
                <a:cs typeface="Tahoma"/>
              </a:rPr>
              <a:t> </a:t>
            </a:r>
            <a:r>
              <a:rPr sz="2800" spc="-40" dirty="0">
                <a:solidFill>
                  <a:srgbClr val="585858"/>
                </a:solidFill>
                <a:latin typeface="Tahoma"/>
                <a:cs typeface="Tahoma"/>
              </a:rPr>
              <a:t>da</a:t>
            </a:r>
            <a:r>
              <a:rPr sz="2800" spc="-105" dirty="0">
                <a:solidFill>
                  <a:srgbClr val="585858"/>
                </a:solidFill>
                <a:latin typeface="Tahoma"/>
                <a:cs typeface="Tahoma"/>
              </a:rPr>
              <a:t> </a:t>
            </a:r>
            <a:r>
              <a:rPr sz="2800" spc="-10" dirty="0">
                <a:solidFill>
                  <a:srgbClr val="585858"/>
                </a:solidFill>
                <a:latin typeface="Tahoma"/>
                <a:cs typeface="Tahoma"/>
              </a:rPr>
              <a:t>moralidade</a:t>
            </a:r>
            <a:r>
              <a:rPr sz="2800" spc="-105" dirty="0">
                <a:solidFill>
                  <a:srgbClr val="585858"/>
                </a:solidFill>
                <a:latin typeface="Tahoma"/>
                <a:cs typeface="Tahoma"/>
              </a:rPr>
              <a:t> </a:t>
            </a:r>
            <a:r>
              <a:rPr sz="2800" spc="-35" dirty="0">
                <a:solidFill>
                  <a:srgbClr val="585858"/>
                </a:solidFill>
                <a:latin typeface="Tahoma"/>
                <a:cs typeface="Tahoma"/>
              </a:rPr>
              <a:t>da</a:t>
            </a:r>
            <a:r>
              <a:rPr sz="2800" spc="-105" dirty="0">
                <a:solidFill>
                  <a:srgbClr val="585858"/>
                </a:solidFill>
                <a:latin typeface="Tahoma"/>
                <a:cs typeface="Tahoma"/>
              </a:rPr>
              <a:t> </a:t>
            </a:r>
            <a:r>
              <a:rPr sz="2800" dirty="0">
                <a:solidFill>
                  <a:srgbClr val="585858"/>
                </a:solidFill>
                <a:latin typeface="Tahoma"/>
                <a:cs typeface="Tahoma"/>
              </a:rPr>
              <a:t>população</a:t>
            </a:r>
            <a:r>
              <a:rPr sz="2800" spc="-114" dirty="0">
                <a:solidFill>
                  <a:srgbClr val="585858"/>
                </a:solidFill>
                <a:latin typeface="Tahoma"/>
                <a:cs typeface="Tahoma"/>
              </a:rPr>
              <a:t> </a:t>
            </a:r>
            <a:r>
              <a:rPr sz="2800" spc="-35" dirty="0">
                <a:solidFill>
                  <a:srgbClr val="585858"/>
                </a:solidFill>
                <a:latin typeface="Tahoma"/>
                <a:cs typeface="Tahoma"/>
              </a:rPr>
              <a:t>mundial,</a:t>
            </a:r>
            <a:r>
              <a:rPr sz="2800" spc="-95" dirty="0">
                <a:solidFill>
                  <a:srgbClr val="585858"/>
                </a:solidFill>
                <a:latin typeface="Tahoma"/>
                <a:cs typeface="Tahoma"/>
              </a:rPr>
              <a:t> </a:t>
            </a:r>
            <a:r>
              <a:rPr sz="2800" dirty="0">
                <a:solidFill>
                  <a:srgbClr val="585858"/>
                </a:solidFill>
                <a:latin typeface="Tahoma"/>
                <a:cs typeface="Tahoma"/>
              </a:rPr>
              <a:t>trouxe </a:t>
            </a:r>
            <a:r>
              <a:rPr sz="2800" spc="-860" dirty="0">
                <a:solidFill>
                  <a:srgbClr val="585858"/>
                </a:solidFill>
                <a:latin typeface="Tahoma"/>
                <a:cs typeface="Tahoma"/>
              </a:rPr>
              <a:t> </a:t>
            </a:r>
            <a:r>
              <a:rPr sz="2800" spc="20" dirty="0">
                <a:solidFill>
                  <a:srgbClr val="585858"/>
                </a:solidFill>
                <a:latin typeface="Tahoma"/>
                <a:cs typeface="Tahoma"/>
              </a:rPr>
              <a:t>diversas</a:t>
            </a:r>
            <a:r>
              <a:rPr sz="2800" spc="-310" dirty="0">
                <a:solidFill>
                  <a:srgbClr val="585858"/>
                </a:solidFill>
                <a:latin typeface="Tahoma"/>
                <a:cs typeface="Tahoma"/>
              </a:rPr>
              <a:t> </a:t>
            </a:r>
            <a:r>
              <a:rPr sz="2800" spc="-5" dirty="0">
                <a:solidFill>
                  <a:srgbClr val="585858"/>
                </a:solidFill>
                <a:latin typeface="Tahoma"/>
                <a:cs typeface="Tahoma"/>
              </a:rPr>
              <a:t>mudanças</a:t>
            </a:r>
            <a:r>
              <a:rPr sz="2800" spc="-315" dirty="0">
                <a:solidFill>
                  <a:srgbClr val="585858"/>
                </a:solidFill>
                <a:latin typeface="Tahoma"/>
                <a:cs typeface="Tahoma"/>
              </a:rPr>
              <a:t> </a:t>
            </a:r>
            <a:r>
              <a:rPr sz="2800" spc="-50" dirty="0">
                <a:solidFill>
                  <a:srgbClr val="585858"/>
                </a:solidFill>
                <a:latin typeface="Tahoma"/>
                <a:cs typeface="Tahoma"/>
              </a:rPr>
              <a:t>na</a:t>
            </a:r>
            <a:r>
              <a:rPr sz="2800" spc="-310" dirty="0">
                <a:solidFill>
                  <a:srgbClr val="585858"/>
                </a:solidFill>
                <a:latin typeface="Tahoma"/>
                <a:cs typeface="Tahoma"/>
              </a:rPr>
              <a:t> </a:t>
            </a:r>
            <a:r>
              <a:rPr sz="2800" spc="30" dirty="0">
                <a:solidFill>
                  <a:srgbClr val="585858"/>
                </a:solidFill>
                <a:latin typeface="Tahoma"/>
                <a:cs typeface="Tahoma"/>
              </a:rPr>
              <a:t>sociedade</a:t>
            </a:r>
            <a:r>
              <a:rPr sz="2800" spc="-315" dirty="0">
                <a:solidFill>
                  <a:srgbClr val="585858"/>
                </a:solidFill>
                <a:latin typeface="Tahoma"/>
                <a:cs typeface="Tahoma"/>
              </a:rPr>
              <a:t> </a:t>
            </a:r>
            <a:r>
              <a:rPr sz="2800" spc="-60" dirty="0">
                <a:solidFill>
                  <a:srgbClr val="585858"/>
                </a:solidFill>
                <a:latin typeface="Tahoma"/>
                <a:cs typeface="Tahoma"/>
              </a:rPr>
              <a:t>humana,</a:t>
            </a:r>
            <a:r>
              <a:rPr sz="2800" spc="-300" dirty="0">
                <a:solidFill>
                  <a:srgbClr val="585858"/>
                </a:solidFill>
                <a:latin typeface="Tahoma"/>
                <a:cs typeface="Tahoma"/>
              </a:rPr>
              <a:t> </a:t>
            </a:r>
            <a:r>
              <a:rPr sz="2800" spc="-50" dirty="0">
                <a:solidFill>
                  <a:srgbClr val="585858"/>
                </a:solidFill>
                <a:latin typeface="Tahoma"/>
                <a:cs typeface="Tahoma"/>
              </a:rPr>
              <a:t>uma</a:t>
            </a:r>
            <a:r>
              <a:rPr sz="2800" spc="-335" dirty="0">
                <a:solidFill>
                  <a:srgbClr val="585858"/>
                </a:solidFill>
                <a:latin typeface="Tahoma"/>
                <a:cs typeface="Tahoma"/>
              </a:rPr>
              <a:t> </a:t>
            </a:r>
            <a:r>
              <a:rPr sz="2800" spc="10" dirty="0">
                <a:solidFill>
                  <a:srgbClr val="585858"/>
                </a:solidFill>
                <a:latin typeface="Tahoma"/>
                <a:cs typeface="Tahoma"/>
              </a:rPr>
              <a:t>delas</a:t>
            </a:r>
            <a:r>
              <a:rPr sz="2800" spc="-310" dirty="0">
                <a:solidFill>
                  <a:srgbClr val="585858"/>
                </a:solidFill>
                <a:latin typeface="Tahoma"/>
                <a:cs typeface="Tahoma"/>
              </a:rPr>
              <a:t> </a:t>
            </a:r>
            <a:r>
              <a:rPr sz="2800" spc="15" dirty="0">
                <a:solidFill>
                  <a:srgbClr val="585858"/>
                </a:solidFill>
                <a:latin typeface="Tahoma"/>
                <a:cs typeface="Tahoma"/>
              </a:rPr>
              <a:t>é</a:t>
            </a:r>
            <a:r>
              <a:rPr sz="2800" spc="-310" dirty="0">
                <a:solidFill>
                  <a:srgbClr val="585858"/>
                </a:solidFill>
                <a:latin typeface="Tahoma"/>
                <a:cs typeface="Tahoma"/>
              </a:rPr>
              <a:t> </a:t>
            </a:r>
            <a:r>
              <a:rPr sz="2800" spc="-45" dirty="0">
                <a:solidFill>
                  <a:srgbClr val="585858"/>
                </a:solidFill>
                <a:latin typeface="Tahoma"/>
                <a:cs typeface="Tahoma"/>
              </a:rPr>
              <a:t>a</a:t>
            </a:r>
            <a:r>
              <a:rPr sz="2800" spc="-310" dirty="0">
                <a:solidFill>
                  <a:srgbClr val="585858"/>
                </a:solidFill>
                <a:latin typeface="Tahoma"/>
                <a:cs typeface="Tahoma"/>
              </a:rPr>
              <a:t> </a:t>
            </a:r>
            <a:r>
              <a:rPr sz="2800" spc="-20" dirty="0">
                <a:solidFill>
                  <a:srgbClr val="585858"/>
                </a:solidFill>
                <a:latin typeface="Tahoma"/>
                <a:cs typeface="Tahoma"/>
              </a:rPr>
              <a:t>baixa</a:t>
            </a:r>
            <a:r>
              <a:rPr sz="2800" spc="-315" dirty="0">
                <a:solidFill>
                  <a:srgbClr val="585858"/>
                </a:solidFill>
                <a:latin typeface="Tahoma"/>
                <a:cs typeface="Tahoma"/>
              </a:rPr>
              <a:t> </a:t>
            </a:r>
            <a:r>
              <a:rPr sz="2800" spc="35" dirty="0">
                <a:solidFill>
                  <a:srgbClr val="585858"/>
                </a:solidFill>
                <a:latin typeface="Tahoma"/>
                <a:cs typeface="Tahoma"/>
              </a:rPr>
              <a:t>aceitação </a:t>
            </a:r>
            <a:r>
              <a:rPr sz="2800" spc="-860" dirty="0">
                <a:solidFill>
                  <a:srgbClr val="585858"/>
                </a:solidFill>
                <a:latin typeface="Tahoma"/>
                <a:cs typeface="Tahoma"/>
              </a:rPr>
              <a:t> </a:t>
            </a:r>
            <a:r>
              <a:rPr sz="2800" spc="25" dirty="0">
                <a:solidFill>
                  <a:srgbClr val="585858"/>
                </a:solidFill>
                <a:latin typeface="Tahoma"/>
                <a:cs typeface="Tahoma"/>
              </a:rPr>
              <a:t>dos </a:t>
            </a:r>
            <a:r>
              <a:rPr sz="2800" spc="20" dirty="0">
                <a:solidFill>
                  <a:srgbClr val="585858"/>
                </a:solidFill>
                <a:latin typeface="Tahoma"/>
                <a:cs typeface="Tahoma"/>
              </a:rPr>
              <a:t>consumidores </a:t>
            </a:r>
            <a:r>
              <a:rPr sz="2800" spc="15" dirty="0">
                <a:solidFill>
                  <a:srgbClr val="585858"/>
                </a:solidFill>
                <a:latin typeface="Tahoma"/>
                <a:cs typeface="Tahoma"/>
              </a:rPr>
              <a:t>e investidores, </a:t>
            </a:r>
            <a:r>
              <a:rPr sz="2800" spc="-20" dirty="0">
                <a:solidFill>
                  <a:srgbClr val="585858"/>
                </a:solidFill>
                <a:latin typeface="Tahoma"/>
                <a:cs typeface="Tahoma"/>
              </a:rPr>
              <a:t>para </a:t>
            </a:r>
            <a:r>
              <a:rPr sz="2800" spc="40" dirty="0">
                <a:solidFill>
                  <a:srgbClr val="585858"/>
                </a:solidFill>
                <a:latin typeface="Tahoma"/>
                <a:cs typeface="Tahoma"/>
              </a:rPr>
              <a:t>com </a:t>
            </a:r>
            <a:r>
              <a:rPr sz="2800" spc="10" dirty="0">
                <a:solidFill>
                  <a:srgbClr val="585858"/>
                </a:solidFill>
                <a:latin typeface="Tahoma"/>
                <a:cs typeface="Tahoma"/>
              </a:rPr>
              <a:t>organizações </a:t>
            </a:r>
            <a:r>
              <a:rPr sz="2800" spc="-15" dirty="0">
                <a:solidFill>
                  <a:srgbClr val="585858"/>
                </a:solidFill>
                <a:latin typeface="Tahoma"/>
                <a:cs typeface="Tahoma"/>
              </a:rPr>
              <a:t>quer sejam </a:t>
            </a:r>
            <a:r>
              <a:rPr sz="2800" spc="-10" dirty="0">
                <a:solidFill>
                  <a:srgbClr val="585858"/>
                </a:solidFill>
                <a:latin typeface="Tahoma"/>
                <a:cs typeface="Tahoma"/>
              </a:rPr>
              <a:t> </a:t>
            </a:r>
            <a:r>
              <a:rPr sz="2800" spc="10" dirty="0">
                <a:solidFill>
                  <a:srgbClr val="585858"/>
                </a:solidFill>
                <a:latin typeface="Tahoma"/>
                <a:cs typeface="Tahoma"/>
              </a:rPr>
              <a:t>públicas, </a:t>
            </a:r>
            <a:r>
              <a:rPr sz="2800" spc="-15" dirty="0">
                <a:solidFill>
                  <a:srgbClr val="585858"/>
                </a:solidFill>
                <a:latin typeface="Tahoma"/>
                <a:cs typeface="Tahoma"/>
              </a:rPr>
              <a:t>quer</a:t>
            </a:r>
            <a:r>
              <a:rPr sz="2800" spc="-10" dirty="0">
                <a:solidFill>
                  <a:srgbClr val="585858"/>
                </a:solidFill>
                <a:latin typeface="Tahoma"/>
                <a:cs typeface="Tahoma"/>
              </a:rPr>
              <a:t> </a:t>
            </a:r>
            <a:r>
              <a:rPr sz="2800" spc="-15" dirty="0">
                <a:solidFill>
                  <a:srgbClr val="585858"/>
                </a:solidFill>
                <a:latin typeface="Tahoma"/>
                <a:cs typeface="Tahoma"/>
              </a:rPr>
              <a:t>sejam privadas,</a:t>
            </a:r>
            <a:r>
              <a:rPr sz="2800" spc="-10" dirty="0">
                <a:solidFill>
                  <a:srgbClr val="585858"/>
                </a:solidFill>
                <a:latin typeface="Tahoma"/>
                <a:cs typeface="Tahoma"/>
              </a:rPr>
              <a:t> </a:t>
            </a:r>
            <a:r>
              <a:rPr sz="2800" spc="20" dirty="0">
                <a:solidFill>
                  <a:srgbClr val="585858"/>
                </a:solidFill>
                <a:latin typeface="Tahoma"/>
                <a:cs typeface="Tahoma"/>
              </a:rPr>
              <a:t>as </a:t>
            </a:r>
            <a:r>
              <a:rPr sz="2800" spc="10" dirty="0">
                <a:solidFill>
                  <a:srgbClr val="585858"/>
                </a:solidFill>
                <a:latin typeface="Tahoma"/>
                <a:cs typeface="Tahoma"/>
              </a:rPr>
              <a:t>quais </a:t>
            </a:r>
            <a:r>
              <a:rPr sz="2800" spc="20" dirty="0">
                <a:solidFill>
                  <a:srgbClr val="585858"/>
                </a:solidFill>
                <a:latin typeface="Tahoma"/>
                <a:cs typeface="Tahoma"/>
              </a:rPr>
              <a:t>suas condutas </a:t>
            </a:r>
            <a:r>
              <a:rPr sz="2800" spc="-30" dirty="0">
                <a:solidFill>
                  <a:srgbClr val="585858"/>
                </a:solidFill>
                <a:latin typeface="Tahoma"/>
                <a:cs typeface="Tahoma"/>
              </a:rPr>
              <a:t>andem</a:t>
            </a:r>
            <a:r>
              <a:rPr sz="2800" spc="-25" dirty="0">
                <a:solidFill>
                  <a:srgbClr val="585858"/>
                </a:solidFill>
                <a:latin typeface="Tahoma"/>
                <a:cs typeface="Tahoma"/>
              </a:rPr>
              <a:t> </a:t>
            </a:r>
            <a:r>
              <a:rPr sz="2800" spc="-45" dirty="0">
                <a:solidFill>
                  <a:srgbClr val="585858"/>
                </a:solidFill>
                <a:latin typeface="Tahoma"/>
                <a:cs typeface="Tahoma"/>
              </a:rPr>
              <a:t>na </a:t>
            </a:r>
            <a:r>
              <a:rPr sz="2800" spc="-40" dirty="0">
                <a:solidFill>
                  <a:srgbClr val="585858"/>
                </a:solidFill>
                <a:latin typeface="Tahoma"/>
                <a:cs typeface="Tahoma"/>
              </a:rPr>
              <a:t> </a:t>
            </a:r>
            <a:r>
              <a:rPr sz="2800" spc="10" dirty="0">
                <a:solidFill>
                  <a:srgbClr val="585858"/>
                </a:solidFill>
                <a:latin typeface="Tahoma"/>
                <a:cs typeface="Tahoma"/>
              </a:rPr>
              <a:t>contramão</a:t>
            </a:r>
            <a:r>
              <a:rPr sz="2800" spc="15" dirty="0">
                <a:solidFill>
                  <a:srgbClr val="585858"/>
                </a:solidFill>
                <a:latin typeface="Tahoma"/>
                <a:cs typeface="Tahoma"/>
              </a:rPr>
              <a:t> </a:t>
            </a:r>
            <a:r>
              <a:rPr sz="2800" spc="-10" dirty="0">
                <a:solidFill>
                  <a:srgbClr val="585858"/>
                </a:solidFill>
                <a:latin typeface="Tahoma"/>
                <a:cs typeface="Tahoma"/>
              </a:rPr>
              <a:t>do</a:t>
            </a:r>
            <a:r>
              <a:rPr sz="2800" spc="-5" dirty="0">
                <a:solidFill>
                  <a:srgbClr val="585858"/>
                </a:solidFill>
                <a:latin typeface="Tahoma"/>
                <a:cs typeface="Tahoma"/>
              </a:rPr>
              <a:t> </a:t>
            </a:r>
            <a:r>
              <a:rPr sz="2800" spc="25" dirty="0">
                <a:solidFill>
                  <a:srgbClr val="585858"/>
                </a:solidFill>
                <a:latin typeface="Tahoma"/>
                <a:cs typeface="Tahoma"/>
              </a:rPr>
              <a:t>socialmente</a:t>
            </a:r>
            <a:r>
              <a:rPr sz="2800" spc="30" dirty="0">
                <a:solidFill>
                  <a:srgbClr val="585858"/>
                </a:solidFill>
                <a:latin typeface="Tahoma"/>
                <a:cs typeface="Tahoma"/>
              </a:rPr>
              <a:t> </a:t>
            </a:r>
            <a:r>
              <a:rPr sz="2800" spc="5" dirty="0">
                <a:solidFill>
                  <a:srgbClr val="585858"/>
                </a:solidFill>
                <a:latin typeface="Tahoma"/>
                <a:cs typeface="Tahoma"/>
              </a:rPr>
              <a:t>aceitável,</a:t>
            </a:r>
            <a:r>
              <a:rPr sz="2800" spc="10" dirty="0">
                <a:solidFill>
                  <a:srgbClr val="585858"/>
                </a:solidFill>
                <a:latin typeface="Tahoma"/>
                <a:cs typeface="Tahoma"/>
              </a:rPr>
              <a:t> </a:t>
            </a:r>
            <a:r>
              <a:rPr sz="2800" spc="-10" dirty="0">
                <a:solidFill>
                  <a:srgbClr val="585858"/>
                </a:solidFill>
                <a:latin typeface="Tahoma"/>
                <a:cs typeface="Tahoma"/>
              </a:rPr>
              <a:t>do</a:t>
            </a:r>
            <a:r>
              <a:rPr sz="2800" spc="-5" dirty="0">
                <a:solidFill>
                  <a:srgbClr val="585858"/>
                </a:solidFill>
                <a:latin typeface="Tahoma"/>
                <a:cs typeface="Tahoma"/>
              </a:rPr>
              <a:t> </a:t>
            </a:r>
            <a:r>
              <a:rPr sz="2800" spc="30" dirty="0">
                <a:solidFill>
                  <a:srgbClr val="585858"/>
                </a:solidFill>
                <a:latin typeface="Tahoma"/>
                <a:cs typeface="Tahoma"/>
              </a:rPr>
              <a:t>politicamente</a:t>
            </a:r>
            <a:r>
              <a:rPr sz="2800" spc="35" dirty="0">
                <a:solidFill>
                  <a:srgbClr val="585858"/>
                </a:solidFill>
                <a:latin typeface="Tahoma"/>
                <a:cs typeface="Tahoma"/>
              </a:rPr>
              <a:t> </a:t>
            </a:r>
            <a:r>
              <a:rPr sz="2800" spc="20" dirty="0">
                <a:solidFill>
                  <a:srgbClr val="585858"/>
                </a:solidFill>
                <a:latin typeface="Tahoma"/>
                <a:cs typeface="Tahoma"/>
              </a:rPr>
              <a:t>correto,</a:t>
            </a:r>
            <a:r>
              <a:rPr sz="2800" spc="25" dirty="0">
                <a:solidFill>
                  <a:srgbClr val="585858"/>
                </a:solidFill>
                <a:latin typeface="Tahoma"/>
                <a:cs typeface="Tahoma"/>
              </a:rPr>
              <a:t> </a:t>
            </a:r>
            <a:r>
              <a:rPr sz="2800" spc="15" dirty="0">
                <a:solidFill>
                  <a:srgbClr val="585858"/>
                </a:solidFill>
                <a:latin typeface="Tahoma"/>
                <a:cs typeface="Tahoma"/>
              </a:rPr>
              <a:t>e </a:t>
            </a:r>
            <a:r>
              <a:rPr sz="2800" spc="-860" dirty="0">
                <a:solidFill>
                  <a:srgbClr val="585858"/>
                </a:solidFill>
                <a:latin typeface="Tahoma"/>
                <a:cs typeface="Tahoma"/>
              </a:rPr>
              <a:t> </a:t>
            </a:r>
            <a:r>
              <a:rPr sz="2800" spc="10" dirty="0">
                <a:solidFill>
                  <a:srgbClr val="585858"/>
                </a:solidFill>
                <a:latin typeface="Tahoma"/>
                <a:cs typeface="Tahoma"/>
              </a:rPr>
              <a:t>sobretudo</a:t>
            </a:r>
            <a:r>
              <a:rPr sz="2800" spc="-290" dirty="0">
                <a:solidFill>
                  <a:srgbClr val="585858"/>
                </a:solidFill>
                <a:latin typeface="Tahoma"/>
                <a:cs typeface="Tahoma"/>
              </a:rPr>
              <a:t> </a:t>
            </a:r>
            <a:r>
              <a:rPr sz="2800" spc="-15" dirty="0">
                <a:solidFill>
                  <a:srgbClr val="585858"/>
                </a:solidFill>
                <a:latin typeface="Tahoma"/>
                <a:cs typeface="Tahoma"/>
              </a:rPr>
              <a:t>em</a:t>
            </a:r>
            <a:r>
              <a:rPr sz="2800" spc="-320" dirty="0">
                <a:solidFill>
                  <a:srgbClr val="585858"/>
                </a:solidFill>
                <a:latin typeface="Tahoma"/>
                <a:cs typeface="Tahoma"/>
              </a:rPr>
              <a:t> </a:t>
            </a:r>
            <a:r>
              <a:rPr sz="2800" spc="40" dirty="0">
                <a:solidFill>
                  <a:srgbClr val="585858"/>
                </a:solidFill>
                <a:latin typeface="Tahoma"/>
                <a:cs typeface="Tahoma"/>
              </a:rPr>
              <a:t>desa</a:t>
            </a:r>
            <a:r>
              <a:rPr sz="2800" spc="25" dirty="0">
                <a:solidFill>
                  <a:srgbClr val="585858"/>
                </a:solidFill>
                <a:latin typeface="Tahoma"/>
                <a:cs typeface="Tahoma"/>
              </a:rPr>
              <a:t>c</a:t>
            </a:r>
            <a:r>
              <a:rPr sz="2800" spc="-5" dirty="0">
                <a:solidFill>
                  <a:srgbClr val="585858"/>
                </a:solidFill>
                <a:latin typeface="Tahoma"/>
                <a:cs typeface="Tahoma"/>
              </a:rPr>
              <a:t>ordo</a:t>
            </a:r>
            <a:r>
              <a:rPr sz="2800" spc="-300" dirty="0">
                <a:solidFill>
                  <a:srgbClr val="585858"/>
                </a:solidFill>
                <a:latin typeface="Tahoma"/>
                <a:cs typeface="Tahoma"/>
              </a:rPr>
              <a:t> </a:t>
            </a:r>
            <a:r>
              <a:rPr sz="2800" spc="40" dirty="0">
                <a:solidFill>
                  <a:srgbClr val="585858"/>
                </a:solidFill>
                <a:latin typeface="Tahoma"/>
                <a:cs typeface="Tahoma"/>
              </a:rPr>
              <a:t>com</a:t>
            </a:r>
            <a:r>
              <a:rPr sz="2800" spc="-325" dirty="0">
                <a:solidFill>
                  <a:srgbClr val="585858"/>
                </a:solidFill>
                <a:latin typeface="Tahoma"/>
                <a:cs typeface="Tahoma"/>
              </a:rPr>
              <a:t> </a:t>
            </a:r>
            <a:r>
              <a:rPr sz="2800" spc="20" dirty="0">
                <a:solidFill>
                  <a:srgbClr val="585858"/>
                </a:solidFill>
                <a:latin typeface="Tahoma"/>
                <a:cs typeface="Tahoma"/>
              </a:rPr>
              <a:t>a</a:t>
            </a:r>
            <a:r>
              <a:rPr sz="2800" spc="25" dirty="0">
                <a:solidFill>
                  <a:srgbClr val="585858"/>
                </a:solidFill>
                <a:latin typeface="Tahoma"/>
                <a:cs typeface="Tahoma"/>
              </a:rPr>
              <a:t>s</a:t>
            </a:r>
            <a:r>
              <a:rPr sz="2800" spc="-310" dirty="0">
                <a:solidFill>
                  <a:srgbClr val="585858"/>
                </a:solidFill>
                <a:latin typeface="Tahoma"/>
                <a:cs typeface="Tahoma"/>
              </a:rPr>
              <a:t> </a:t>
            </a:r>
            <a:r>
              <a:rPr sz="2800" spc="45" dirty="0">
                <a:solidFill>
                  <a:srgbClr val="585858"/>
                </a:solidFill>
                <a:latin typeface="Tahoma"/>
                <a:cs typeface="Tahoma"/>
              </a:rPr>
              <a:t>di</a:t>
            </a:r>
            <a:r>
              <a:rPr sz="2800" spc="40" dirty="0">
                <a:solidFill>
                  <a:srgbClr val="585858"/>
                </a:solidFill>
                <a:latin typeface="Tahoma"/>
                <a:cs typeface="Tahoma"/>
              </a:rPr>
              <a:t>s</a:t>
            </a:r>
            <a:r>
              <a:rPr sz="2800" spc="50" dirty="0">
                <a:solidFill>
                  <a:srgbClr val="585858"/>
                </a:solidFill>
                <a:latin typeface="Tahoma"/>
                <a:cs typeface="Tahoma"/>
              </a:rPr>
              <a:t>posições</a:t>
            </a:r>
            <a:r>
              <a:rPr sz="2800" spc="-280" dirty="0">
                <a:solidFill>
                  <a:srgbClr val="585858"/>
                </a:solidFill>
                <a:latin typeface="Tahoma"/>
                <a:cs typeface="Tahoma"/>
              </a:rPr>
              <a:t> </a:t>
            </a:r>
            <a:r>
              <a:rPr sz="2800" spc="15" dirty="0">
                <a:solidFill>
                  <a:srgbClr val="585858"/>
                </a:solidFill>
                <a:latin typeface="Tahoma"/>
                <a:cs typeface="Tahoma"/>
              </a:rPr>
              <a:t>legais</a:t>
            </a:r>
            <a:r>
              <a:rPr sz="2800" spc="-75" dirty="0">
                <a:solidFill>
                  <a:srgbClr val="585858"/>
                </a:solidFill>
                <a:latin typeface="Tahoma"/>
                <a:cs typeface="Tahoma"/>
              </a:rPr>
              <a:t>.</a:t>
            </a:r>
            <a:endParaRPr sz="2800">
              <a:latin typeface="Tahoma"/>
              <a:cs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9248" y="729741"/>
            <a:ext cx="4947920" cy="513715"/>
          </a:xfrm>
          <a:prstGeom prst="rect">
            <a:avLst/>
          </a:prstGeom>
        </p:spPr>
        <p:txBody>
          <a:bodyPr vert="horz" wrap="square" lIns="0" tIns="13335" rIns="0" bIns="0" rtlCol="0">
            <a:spAutoFit/>
          </a:bodyPr>
          <a:lstStyle/>
          <a:p>
            <a:pPr marL="12700">
              <a:lnSpc>
                <a:spcPct val="100000"/>
              </a:lnSpc>
              <a:spcBef>
                <a:spcPts val="105"/>
              </a:spcBef>
            </a:pPr>
            <a:r>
              <a:rPr spc="-250" dirty="0"/>
              <a:t>Govern</a:t>
            </a:r>
            <a:r>
              <a:rPr spc="-265" dirty="0"/>
              <a:t>a</a:t>
            </a:r>
            <a:r>
              <a:rPr spc="-180" dirty="0"/>
              <a:t>nça</a:t>
            </a:r>
            <a:r>
              <a:rPr spc="-320" dirty="0"/>
              <a:t> </a:t>
            </a:r>
            <a:r>
              <a:rPr spc="-195" dirty="0"/>
              <a:t>como</a:t>
            </a:r>
            <a:r>
              <a:rPr spc="-310" dirty="0"/>
              <a:t> </a:t>
            </a:r>
            <a:r>
              <a:rPr spc="-200" dirty="0"/>
              <a:t>in</a:t>
            </a:r>
            <a:r>
              <a:rPr spc="-275" dirty="0"/>
              <a:t>o</a:t>
            </a:r>
            <a:r>
              <a:rPr spc="-185" dirty="0"/>
              <a:t>vação</a:t>
            </a:r>
          </a:p>
        </p:txBody>
      </p:sp>
      <p:sp>
        <p:nvSpPr>
          <p:cNvPr id="3" name="object 3"/>
          <p:cNvSpPr txBox="1"/>
          <p:nvPr/>
        </p:nvSpPr>
        <p:spPr>
          <a:xfrm>
            <a:off x="829462" y="2013966"/>
            <a:ext cx="11090275" cy="3887470"/>
          </a:xfrm>
          <a:prstGeom prst="rect">
            <a:avLst/>
          </a:prstGeom>
        </p:spPr>
        <p:txBody>
          <a:bodyPr vert="horz" wrap="square" lIns="0" tIns="12065" rIns="0" bIns="0" rtlCol="0">
            <a:spAutoFit/>
          </a:bodyPr>
          <a:lstStyle/>
          <a:p>
            <a:pPr marL="12700" algn="just">
              <a:lnSpc>
                <a:spcPct val="100000"/>
              </a:lnSpc>
              <a:spcBef>
                <a:spcPts val="95"/>
              </a:spcBef>
            </a:pPr>
            <a:r>
              <a:rPr sz="2800" b="1" spc="-165" dirty="0">
                <a:latin typeface="Tahoma"/>
                <a:cs typeface="Tahoma"/>
              </a:rPr>
              <a:t>Capitalismo</a:t>
            </a:r>
            <a:r>
              <a:rPr sz="2800" b="1" spc="-254" dirty="0">
                <a:latin typeface="Tahoma"/>
                <a:cs typeface="Tahoma"/>
              </a:rPr>
              <a:t> </a:t>
            </a:r>
            <a:r>
              <a:rPr sz="2800" b="1" spc="-145" dirty="0">
                <a:latin typeface="Tahoma"/>
                <a:cs typeface="Tahoma"/>
              </a:rPr>
              <a:t>Conscie</a:t>
            </a:r>
            <a:r>
              <a:rPr sz="2800" b="1" spc="-180" dirty="0">
                <a:latin typeface="Tahoma"/>
                <a:cs typeface="Tahoma"/>
              </a:rPr>
              <a:t>n</a:t>
            </a:r>
            <a:r>
              <a:rPr sz="2800" b="1" spc="-120" dirty="0">
                <a:latin typeface="Tahoma"/>
                <a:cs typeface="Tahoma"/>
              </a:rPr>
              <a:t>te</a:t>
            </a:r>
            <a:endParaRPr sz="2800">
              <a:latin typeface="Tahoma"/>
              <a:cs typeface="Tahoma"/>
            </a:endParaRPr>
          </a:p>
          <a:p>
            <a:pPr>
              <a:lnSpc>
                <a:spcPct val="100000"/>
              </a:lnSpc>
            </a:pPr>
            <a:endParaRPr sz="3200">
              <a:latin typeface="Tahoma"/>
              <a:cs typeface="Tahoma"/>
            </a:endParaRPr>
          </a:p>
          <a:p>
            <a:pPr marL="12700" marR="5080" algn="just">
              <a:lnSpc>
                <a:spcPct val="114999"/>
              </a:lnSpc>
              <a:spcBef>
                <a:spcPts val="5"/>
              </a:spcBef>
            </a:pPr>
            <a:r>
              <a:rPr sz="2800" i="1" spc="-40" dirty="0">
                <a:solidFill>
                  <a:srgbClr val="585858"/>
                </a:solidFill>
                <a:latin typeface="Trebuchet MS"/>
                <a:cs typeface="Trebuchet MS"/>
              </a:rPr>
              <a:t>Trata-se </a:t>
            </a:r>
            <a:r>
              <a:rPr sz="2800" i="1" spc="-75" dirty="0">
                <a:solidFill>
                  <a:srgbClr val="585858"/>
                </a:solidFill>
                <a:latin typeface="Trebuchet MS"/>
                <a:cs typeface="Trebuchet MS"/>
              </a:rPr>
              <a:t>de </a:t>
            </a:r>
            <a:r>
              <a:rPr sz="2800" i="1" spc="-60" dirty="0">
                <a:solidFill>
                  <a:srgbClr val="585858"/>
                </a:solidFill>
                <a:latin typeface="Trebuchet MS"/>
                <a:cs typeface="Trebuchet MS"/>
              </a:rPr>
              <a:t>uma </a:t>
            </a:r>
            <a:r>
              <a:rPr sz="2800" i="1" spc="-80" dirty="0">
                <a:solidFill>
                  <a:srgbClr val="585858"/>
                </a:solidFill>
                <a:latin typeface="Trebuchet MS"/>
                <a:cs typeface="Trebuchet MS"/>
              </a:rPr>
              <a:t>maneira </a:t>
            </a:r>
            <a:r>
              <a:rPr sz="2800" i="1" spc="-70" dirty="0">
                <a:solidFill>
                  <a:srgbClr val="585858"/>
                </a:solidFill>
                <a:latin typeface="Trebuchet MS"/>
                <a:cs typeface="Trebuchet MS"/>
              </a:rPr>
              <a:t>de </a:t>
            </a:r>
            <a:r>
              <a:rPr sz="2800" i="1" spc="-35" dirty="0">
                <a:solidFill>
                  <a:srgbClr val="585858"/>
                </a:solidFill>
                <a:latin typeface="Trebuchet MS"/>
                <a:cs typeface="Trebuchet MS"/>
              </a:rPr>
              <a:t>pensar </a:t>
            </a:r>
            <a:r>
              <a:rPr sz="2800" i="1" spc="-25" dirty="0">
                <a:solidFill>
                  <a:srgbClr val="585858"/>
                </a:solidFill>
                <a:latin typeface="Trebuchet MS"/>
                <a:cs typeface="Trebuchet MS"/>
              </a:rPr>
              <a:t>o </a:t>
            </a:r>
            <a:r>
              <a:rPr sz="2800" i="1" spc="-35" dirty="0">
                <a:solidFill>
                  <a:srgbClr val="585858"/>
                </a:solidFill>
                <a:latin typeface="Trebuchet MS"/>
                <a:cs typeface="Trebuchet MS"/>
              </a:rPr>
              <a:t>negócio </a:t>
            </a:r>
            <a:r>
              <a:rPr sz="2800" i="1" spc="5" dirty="0">
                <a:solidFill>
                  <a:srgbClr val="585858"/>
                </a:solidFill>
                <a:latin typeface="Trebuchet MS"/>
                <a:cs typeface="Trebuchet MS"/>
              </a:rPr>
              <a:t>com </a:t>
            </a:r>
            <a:r>
              <a:rPr sz="2800" i="1" spc="-20" dirty="0">
                <a:solidFill>
                  <a:srgbClr val="585858"/>
                </a:solidFill>
                <a:latin typeface="Trebuchet MS"/>
                <a:cs typeface="Trebuchet MS"/>
              </a:rPr>
              <a:t>mais </a:t>
            </a:r>
            <a:r>
              <a:rPr sz="2800" i="1" dirty="0">
                <a:solidFill>
                  <a:srgbClr val="585858"/>
                </a:solidFill>
                <a:latin typeface="Trebuchet MS"/>
                <a:cs typeface="Trebuchet MS"/>
              </a:rPr>
              <a:t>consciência </a:t>
            </a:r>
            <a:r>
              <a:rPr sz="2800" i="1" spc="-65" dirty="0">
                <a:solidFill>
                  <a:srgbClr val="585858"/>
                </a:solidFill>
                <a:latin typeface="Trebuchet MS"/>
                <a:cs typeface="Trebuchet MS"/>
              </a:rPr>
              <a:t>de </a:t>
            </a:r>
            <a:r>
              <a:rPr sz="2800" i="1" spc="-830" dirty="0">
                <a:solidFill>
                  <a:srgbClr val="585858"/>
                </a:solidFill>
                <a:latin typeface="Trebuchet MS"/>
                <a:cs typeface="Trebuchet MS"/>
              </a:rPr>
              <a:t> </a:t>
            </a:r>
            <a:r>
              <a:rPr sz="2800" i="1" dirty="0">
                <a:solidFill>
                  <a:srgbClr val="585858"/>
                </a:solidFill>
                <a:latin typeface="Trebuchet MS"/>
                <a:cs typeface="Trebuchet MS"/>
              </a:rPr>
              <a:t>seu </a:t>
            </a:r>
            <a:r>
              <a:rPr sz="2800" i="1" spc="-65" dirty="0">
                <a:solidFill>
                  <a:srgbClr val="585858"/>
                </a:solidFill>
                <a:latin typeface="Trebuchet MS"/>
                <a:cs typeface="Trebuchet MS"/>
              </a:rPr>
              <a:t>propósito </a:t>
            </a:r>
            <a:r>
              <a:rPr sz="2800" i="1" spc="-125" dirty="0">
                <a:solidFill>
                  <a:srgbClr val="585858"/>
                </a:solidFill>
                <a:latin typeface="Trebuchet MS"/>
                <a:cs typeface="Trebuchet MS"/>
              </a:rPr>
              <a:t>maior, </a:t>
            </a:r>
            <a:r>
              <a:rPr sz="2800" i="1" spc="-75" dirty="0">
                <a:solidFill>
                  <a:srgbClr val="585858"/>
                </a:solidFill>
                <a:latin typeface="Trebuchet MS"/>
                <a:cs typeface="Trebuchet MS"/>
              </a:rPr>
              <a:t>de </a:t>
            </a:r>
            <a:r>
              <a:rPr sz="2800" i="1" spc="45" dirty="0">
                <a:solidFill>
                  <a:srgbClr val="585858"/>
                </a:solidFill>
                <a:latin typeface="Trebuchet MS"/>
                <a:cs typeface="Trebuchet MS"/>
              </a:rPr>
              <a:t>seus </a:t>
            </a:r>
            <a:r>
              <a:rPr sz="2800" i="1" spc="-30" dirty="0">
                <a:solidFill>
                  <a:srgbClr val="585858"/>
                </a:solidFill>
                <a:latin typeface="Trebuchet MS"/>
                <a:cs typeface="Trebuchet MS"/>
              </a:rPr>
              <a:t>impactos </a:t>
            </a:r>
            <a:r>
              <a:rPr sz="2800" i="1" spc="-35" dirty="0">
                <a:solidFill>
                  <a:srgbClr val="585858"/>
                </a:solidFill>
                <a:latin typeface="Trebuchet MS"/>
                <a:cs typeface="Trebuchet MS"/>
              </a:rPr>
              <a:t>sobre </a:t>
            </a:r>
            <a:r>
              <a:rPr sz="2800" i="1" spc="-25" dirty="0">
                <a:solidFill>
                  <a:srgbClr val="585858"/>
                </a:solidFill>
                <a:latin typeface="Trebuchet MS"/>
                <a:cs typeface="Trebuchet MS"/>
              </a:rPr>
              <a:t>o </a:t>
            </a:r>
            <a:r>
              <a:rPr sz="2800" i="1" spc="-70" dirty="0">
                <a:solidFill>
                  <a:srgbClr val="585858"/>
                </a:solidFill>
                <a:latin typeface="Trebuchet MS"/>
                <a:cs typeface="Trebuchet MS"/>
              </a:rPr>
              <a:t>mundo </a:t>
            </a:r>
            <a:r>
              <a:rPr sz="2800" i="1" spc="-75" dirty="0">
                <a:solidFill>
                  <a:srgbClr val="585858"/>
                </a:solidFill>
                <a:latin typeface="Trebuchet MS"/>
                <a:cs typeface="Trebuchet MS"/>
              </a:rPr>
              <a:t>de </a:t>
            </a:r>
            <a:r>
              <a:rPr sz="2800" i="1" spc="55" dirty="0">
                <a:solidFill>
                  <a:srgbClr val="585858"/>
                </a:solidFill>
                <a:latin typeface="Trebuchet MS"/>
                <a:cs typeface="Trebuchet MS"/>
              </a:rPr>
              <a:t>suas </a:t>
            </a:r>
            <a:r>
              <a:rPr sz="2800" i="1" spc="-45" dirty="0">
                <a:solidFill>
                  <a:srgbClr val="585858"/>
                </a:solidFill>
                <a:latin typeface="Trebuchet MS"/>
                <a:cs typeface="Trebuchet MS"/>
              </a:rPr>
              <a:t>relações </a:t>
            </a:r>
            <a:r>
              <a:rPr sz="2800" i="1" spc="-830" dirty="0">
                <a:solidFill>
                  <a:srgbClr val="585858"/>
                </a:solidFill>
                <a:latin typeface="Trebuchet MS"/>
                <a:cs typeface="Trebuchet MS"/>
              </a:rPr>
              <a:t> </a:t>
            </a:r>
            <a:r>
              <a:rPr sz="2800" i="1" spc="5" dirty="0">
                <a:solidFill>
                  <a:srgbClr val="585858"/>
                </a:solidFill>
                <a:latin typeface="Trebuchet MS"/>
                <a:cs typeface="Trebuchet MS"/>
              </a:rPr>
              <a:t>com</a:t>
            </a:r>
            <a:r>
              <a:rPr sz="2800" i="1" spc="-300" dirty="0">
                <a:solidFill>
                  <a:srgbClr val="585858"/>
                </a:solidFill>
                <a:latin typeface="Trebuchet MS"/>
                <a:cs typeface="Trebuchet MS"/>
              </a:rPr>
              <a:t> </a:t>
            </a:r>
            <a:r>
              <a:rPr sz="2800" i="1" spc="75" dirty="0">
                <a:solidFill>
                  <a:srgbClr val="585858"/>
                </a:solidFill>
                <a:latin typeface="Trebuchet MS"/>
                <a:cs typeface="Trebuchet MS"/>
              </a:rPr>
              <a:t>o</a:t>
            </a:r>
            <a:r>
              <a:rPr sz="2800" i="1" spc="60" dirty="0">
                <a:solidFill>
                  <a:srgbClr val="585858"/>
                </a:solidFill>
                <a:latin typeface="Trebuchet MS"/>
                <a:cs typeface="Trebuchet MS"/>
              </a:rPr>
              <a:t>s</a:t>
            </a:r>
            <a:r>
              <a:rPr sz="2800" i="1" spc="-305" dirty="0">
                <a:solidFill>
                  <a:srgbClr val="585858"/>
                </a:solidFill>
                <a:latin typeface="Trebuchet MS"/>
                <a:cs typeface="Trebuchet MS"/>
              </a:rPr>
              <a:t> </a:t>
            </a:r>
            <a:r>
              <a:rPr sz="2800" i="1" spc="-95" dirty="0">
                <a:solidFill>
                  <a:srgbClr val="585858"/>
                </a:solidFill>
                <a:latin typeface="Trebuchet MS"/>
                <a:cs typeface="Trebuchet MS"/>
              </a:rPr>
              <a:t>div</a:t>
            </a:r>
            <a:r>
              <a:rPr sz="2800" i="1" spc="-125" dirty="0">
                <a:solidFill>
                  <a:srgbClr val="585858"/>
                </a:solidFill>
                <a:latin typeface="Trebuchet MS"/>
                <a:cs typeface="Trebuchet MS"/>
              </a:rPr>
              <a:t>e</a:t>
            </a:r>
            <a:r>
              <a:rPr sz="2800" i="1" spc="35" dirty="0">
                <a:solidFill>
                  <a:srgbClr val="585858"/>
                </a:solidFill>
                <a:latin typeface="Trebuchet MS"/>
                <a:cs typeface="Trebuchet MS"/>
              </a:rPr>
              <a:t>rsos</a:t>
            </a:r>
            <a:r>
              <a:rPr sz="2800" i="1" spc="-280" dirty="0">
                <a:solidFill>
                  <a:srgbClr val="585858"/>
                </a:solidFill>
                <a:latin typeface="Trebuchet MS"/>
                <a:cs typeface="Trebuchet MS"/>
              </a:rPr>
              <a:t> </a:t>
            </a:r>
            <a:r>
              <a:rPr sz="2800" i="1" spc="-55" dirty="0">
                <a:solidFill>
                  <a:srgbClr val="585858"/>
                </a:solidFill>
                <a:latin typeface="Trebuchet MS"/>
                <a:cs typeface="Trebuchet MS"/>
              </a:rPr>
              <a:t>públicos</a:t>
            </a:r>
            <a:r>
              <a:rPr sz="2800" i="1" spc="-295" dirty="0">
                <a:solidFill>
                  <a:srgbClr val="585858"/>
                </a:solidFill>
                <a:latin typeface="Trebuchet MS"/>
                <a:cs typeface="Trebuchet MS"/>
              </a:rPr>
              <a:t> </a:t>
            </a:r>
            <a:r>
              <a:rPr sz="2800" i="1" spc="-60" dirty="0">
                <a:solidFill>
                  <a:srgbClr val="585858"/>
                </a:solidFill>
                <a:latin typeface="Trebuchet MS"/>
                <a:cs typeface="Trebuchet MS"/>
              </a:rPr>
              <a:t>e</a:t>
            </a:r>
            <a:r>
              <a:rPr sz="2800" i="1" spc="-300" dirty="0">
                <a:solidFill>
                  <a:srgbClr val="585858"/>
                </a:solidFill>
                <a:latin typeface="Trebuchet MS"/>
                <a:cs typeface="Trebuchet MS"/>
              </a:rPr>
              <a:t> </a:t>
            </a:r>
            <a:r>
              <a:rPr sz="2800" i="1" spc="-25" dirty="0">
                <a:solidFill>
                  <a:srgbClr val="585858"/>
                </a:solidFill>
                <a:latin typeface="Trebuchet MS"/>
                <a:cs typeface="Trebuchet MS"/>
              </a:rPr>
              <a:t>stak</a:t>
            </a:r>
            <a:r>
              <a:rPr sz="2800" i="1" spc="-45" dirty="0">
                <a:solidFill>
                  <a:srgbClr val="585858"/>
                </a:solidFill>
                <a:latin typeface="Trebuchet MS"/>
                <a:cs typeface="Trebuchet MS"/>
              </a:rPr>
              <a:t>e</a:t>
            </a:r>
            <a:r>
              <a:rPr sz="2800" i="1" spc="-105" dirty="0">
                <a:solidFill>
                  <a:srgbClr val="585858"/>
                </a:solidFill>
                <a:latin typeface="Trebuchet MS"/>
                <a:cs typeface="Trebuchet MS"/>
              </a:rPr>
              <a:t>hold</a:t>
            </a:r>
            <a:r>
              <a:rPr sz="2800" i="1" spc="-125" dirty="0">
                <a:solidFill>
                  <a:srgbClr val="585858"/>
                </a:solidFill>
                <a:latin typeface="Trebuchet MS"/>
                <a:cs typeface="Trebuchet MS"/>
              </a:rPr>
              <a:t>e</a:t>
            </a:r>
            <a:r>
              <a:rPr sz="2800" i="1" spc="-5" dirty="0">
                <a:solidFill>
                  <a:srgbClr val="585858"/>
                </a:solidFill>
                <a:latin typeface="Trebuchet MS"/>
                <a:cs typeface="Trebuchet MS"/>
              </a:rPr>
              <a:t>r</a:t>
            </a:r>
            <a:r>
              <a:rPr sz="2800" i="1" spc="-10" dirty="0">
                <a:solidFill>
                  <a:srgbClr val="585858"/>
                </a:solidFill>
                <a:latin typeface="Trebuchet MS"/>
                <a:cs typeface="Trebuchet MS"/>
              </a:rPr>
              <a:t>s</a:t>
            </a:r>
            <a:r>
              <a:rPr sz="2800" i="1" spc="-275" dirty="0">
                <a:solidFill>
                  <a:srgbClr val="585858"/>
                </a:solidFill>
                <a:latin typeface="Trebuchet MS"/>
                <a:cs typeface="Trebuchet MS"/>
              </a:rPr>
              <a:t>.</a:t>
            </a:r>
            <a:endParaRPr sz="2800">
              <a:latin typeface="Trebuchet MS"/>
              <a:cs typeface="Trebuchet MS"/>
            </a:endParaRPr>
          </a:p>
          <a:p>
            <a:pPr>
              <a:lnSpc>
                <a:spcPct val="100000"/>
              </a:lnSpc>
            </a:pPr>
            <a:endParaRPr sz="3300">
              <a:latin typeface="Trebuchet MS"/>
              <a:cs typeface="Trebuchet MS"/>
            </a:endParaRPr>
          </a:p>
          <a:p>
            <a:pPr>
              <a:lnSpc>
                <a:spcPct val="100000"/>
              </a:lnSpc>
              <a:spcBef>
                <a:spcPts val="45"/>
              </a:spcBef>
            </a:pPr>
            <a:endParaRPr sz="3750">
              <a:latin typeface="Trebuchet MS"/>
              <a:cs typeface="Trebuchet MS"/>
            </a:endParaRPr>
          </a:p>
          <a:p>
            <a:pPr algn="ctr">
              <a:lnSpc>
                <a:spcPct val="100000"/>
              </a:lnSpc>
            </a:pPr>
            <a:r>
              <a:rPr sz="2800" b="1" spc="-130" dirty="0">
                <a:latin typeface="Tahoma"/>
                <a:cs typeface="Tahoma"/>
              </a:rPr>
              <a:t>S</a:t>
            </a:r>
            <a:r>
              <a:rPr sz="2800" b="1" spc="-80" dirty="0">
                <a:latin typeface="Tahoma"/>
                <a:cs typeface="Tahoma"/>
              </a:rPr>
              <a:t>t</a:t>
            </a:r>
            <a:r>
              <a:rPr sz="2800" b="1" spc="-200" dirty="0">
                <a:latin typeface="Tahoma"/>
                <a:cs typeface="Tahoma"/>
              </a:rPr>
              <a:t>ake</a:t>
            </a:r>
            <a:r>
              <a:rPr sz="2800" b="1" spc="-225" dirty="0">
                <a:latin typeface="Tahoma"/>
                <a:cs typeface="Tahoma"/>
              </a:rPr>
              <a:t>h</a:t>
            </a:r>
            <a:r>
              <a:rPr sz="2800" b="1" spc="-140" dirty="0">
                <a:latin typeface="Tahoma"/>
                <a:cs typeface="Tahoma"/>
              </a:rPr>
              <a:t>olders</a:t>
            </a:r>
            <a:r>
              <a:rPr sz="2800" b="1" spc="-250" dirty="0">
                <a:latin typeface="Tahoma"/>
                <a:cs typeface="Tahoma"/>
              </a:rPr>
              <a:t> </a:t>
            </a:r>
            <a:r>
              <a:rPr sz="2800" b="1" spc="-155" dirty="0">
                <a:latin typeface="Tahoma"/>
                <a:cs typeface="Tahoma"/>
              </a:rPr>
              <a:t>X</a:t>
            </a:r>
            <a:r>
              <a:rPr sz="2800" b="1" spc="-265" dirty="0">
                <a:latin typeface="Tahoma"/>
                <a:cs typeface="Tahoma"/>
              </a:rPr>
              <a:t> </a:t>
            </a:r>
            <a:r>
              <a:rPr sz="2800" b="1" spc="-80" dirty="0">
                <a:latin typeface="Tahoma"/>
                <a:cs typeface="Tahoma"/>
              </a:rPr>
              <a:t>s</a:t>
            </a:r>
            <a:r>
              <a:rPr sz="2800" b="1" spc="-60" dirty="0">
                <a:latin typeface="Tahoma"/>
                <a:cs typeface="Tahoma"/>
              </a:rPr>
              <a:t>t</a:t>
            </a:r>
            <a:r>
              <a:rPr sz="2800" b="1" spc="-200" dirty="0">
                <a:latin typeface="Tahoma"/>
                <a:cs typeface="Tahoma"/>
              </a:rPr>
              <a:t>ake</a:t>
            </a:r>
            <a:r>
              <a:rPr sz="2800" b="1" spc="-225" dirty="0">
                <a:latin typeface="Tahoma"/>
                <a:cs typeface="Tahoma"/>
              </a:rPr>
              <a:t>h</a:t>
            </a:r>
            <a:r>
              <a:rPr sz="2800" b="1" spc="-140" dirty="0">
                <a:latin typeface="Tahoma"/>
                <a:cs typeface="Tahoma"/>
              </a:rPr>
              <a:t>olders</a:t>
            </a:r>
            <a:endParaRPr sz="2800">
              <a:latin typeface="Tahoma"/>
              <a:cs typeface="Tahom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9248" y="737362"/>
            <a:ext cx="7742555" cy="513715"/>
          </a:xfrm>
          <a:prstGeom prst="rect">
            <a:avLst/>
          </a:prstGeom>
        </p:spPr>
        <p:txBody>
          <a:bodyPr vert="horz" wrap="square" lIns="0" tIns="13335" rIns="0" bIns="0" rtlCol="0">
            <a:spAutoFit/>
          </a:bodyPr>
          <a:lstStyle/>
          <a:p>
            <a:pPr marL="12700">
              <a:lnSpc>
                <a:spcPct val="100000"/>
              </a:lnSpc>
              <a:spcBef>
                <a:spcPts val="105"/>
              </a:spcBef>
            </a:pPr>
            <a:r>
              <a:rPr spc="-290" dirty="0"/>
              <a:t>PON</a:t>
            </a:r>
            <a:r>
              <a:rPr spc="-235" dirty="0"/>
              <a:t>T</a:t>
            </a:r>
            <a:r>
              <a:rPr spc="-305" dirty="0"/>
              <a:t>OS</a:t>
            </a:r>
            <a:r>
              <a:rPr spc="-345" dirty="0"/>
              <a:t> </a:t>
            </a:r>
            <a:r>
              <a:rPr spc="-375" dirty="0"/>
              <a:t>PRI</a:t>
            </a:r>
            <a:r>
              <a:rPr spc="-459" dirty="0"/>
              <a:t>N</a:t>
            </a:r>
            <a:r>
              <a:rPr spc="-345" dirty="0"/>
              <a:t>CIPAIS</a:t>
            </a:r>
            <a:r>
              <a:rPr spc="-340" dirty="0"/>
              <a:t> </a:t>
            </a:r>
            <a:r>
              <a:rPr spc="-310" dirty="0"/>
              <a:t>ABORDADOS</a:t>
            </a:r>
            <a:r>
              <a:rPr spc="-330" dirty="0"/>
              <a:t> </a:t>
            </a:r>
            <a:r>
              <a:rPr spc="-220" dirty="0"/>
              <a:t>NA</a:t>
            </a:r>
            <a:r>
              <a:rPr spc="-310" dirty="0"/>
              <a:t> </a:t>
            </a:r>
            <a:r>
              <a:rPr spc="-140" dirty="0"/>
              <a:t>AULA</a:t>
            </a:r>
          </a:p>
        </p:txBody>
      </p:sp>
      <p:sp>
        <p:nvSpPr>
          <p:cNvPr id="3" name="object 3"/>
          <p:cNvSpPr txBox="1"/>
          <p:nvPr/>
        </p:nvSpPr>
        <p:spPr>
          <a:xfrm>
            <a:off x="1101648" y="2567056"/>
            <a:ext cx="7249159" cy="1945639"/>
          </a:xfrm>
          <a:prstGeom prst="rect">
            <a:avLst/>
          </a:prstGeom>
        </p:spPr>
        <p:txBody>
          <a:bodyPr vert="horz" wrap="square" lIns="0" tIns="225425" rIns="0" bIns="0" rtlCol="0">
            <a:spAutoFit/>
          </a:bodyPr>
          <a:lstStyle/>
          <a:p>
            <a:pPr marL="469900" indent="-457834">
              <a:lnSpc>
                <a:spcPct val="100000"/>
              </a:lnSpc>
              <a:spcBef>
                <a:spcPts val="1775"/>
              </a:spcBef>
              <a:buClr>
                <a:srgbClr val="DC0984"/>
              </a:buClr>
              <a:buSzPct val="75000"/>
              <a:buFont typeface="Arial MT"/>
              <a:buChar char="•"/>
              <a:tabLst>
                <a:tab pos="469900" algn="l"/>
                <a:tab pos="470534" algn="l"/>
              </a:tabLst>
            </a:pPr>
            <a:r>
              <a:rPr sz="2800" spc="-40" dirty="0">
                <a:solidFill>
                  <a:srgbClr val="585858"/>
                </a:solidFill>
                <a:latin typeface="Tahoma"/>
                <a:cs typeface="Tahoma"/>
              </a:rPr>
              <a:t>Origem</a:t>
            </a:r>
            <a:r>
              <a:rPr sz="2800" spc="-310" dirty="0">
                <a:solidFill>
                  <a:srgbClr val="585858"/>
                </a:solidFill>
                <a:latin typeface="Tahoma"/>
                <a:cs typeface="Tahoma"/>
              </a:rPr>
              <a:t> </a:t>
            </a:r>
            <a:r>
              <a:rPr sz="2800" spc="-40" dirty="0">
                <a:solidFill>
                  <a:srgbClr val="585858"/>
                </a:solidFill>
                <a:latin typeface="Tahoma"/>
                <a:cs typeface="Tahoma"/>
              </a:rPr>
              <a:t>d</a:t>
            </a:r>
            <a:r>
              <a:rPr sz="2800" spc="-35" dirty="0">
                <a:solidFill>
                  <a:srgbClr val="585858"/>
                </a:solidFill>
                <a:latin typeface="Tahoma"/>
                <a:cs typeface="Tahoma"/>
              </a:rPr>
              <a:t>a</a:t>
            </a:r>
            <a:r>
              <a:rPr sz="2800" spc="-315" dirty="0">
                <a:solidFill>
                  <a:srgbClr val="585858"/>
                </a:solidFill>
                <a:latin typeface="Tahoma"/>
                <a:cs typeface="Tahoma"/>
              </a:rPr>
              <a:t> </a:t>
            </a:r>
            <a:r>
              <a:rPr sz="2800" spc="-45" dirty="0">
                <a:solidFill>
                  <a:srgbClr val="585858"/>
                </a:solidFill>
                <a:latin typeface="Tahoma"/>
                <a:cs typeface="Tahoma"/>
              </a:rPr>
              <a:t>Gover</a:t>
            </a:r>
            <a:r>
              <a:rPr sz="2800" spc="-40" dirty="0">
                <a:solidFill>
                  <a:srgbClr val="585858"/>
                </a:solidFill>
                <a:latin typeface="Tahoma"/>
                <a:cs typeface="Tahoma"/>
              </a:rPr>
              <a:t>n</a:t>
            </a:r>
            <a:r>
              <a:rPr sz="2800" spc="5" dirty="0">
                <a:solidFill>
                  <a:srgbClr val="585858"/>
                </a:solidFill>
                <a:latin typeface="Tahoma"/>
                <a:cs typeface="Tahoma"/>
              </a:rPr>
              <a:t>ança</a:t>
            </a:r>
            <a:endParaRPr sz="2800">
              <a:latin typeface="Tahoma"/>
              <a:cs typeface="Tahoma"/>
            </a:endParaRPr>
          </a:p>
          <a:p>
            <a:pPr marL="469900" indent="-457834">
              <a:lnSpc>
                <a:spcPct val="100000"/>
              </a:lnSpc>
              <a:spcBef>
                <a:spcPts val="1680"/>
              </a:spcBef>
              <a:buClr>
                <a:srgbClr val="DC0984"/>
              </a:buClr>
              <a:buSzPct val="75000"/>
              <a:buFont typeface="Arial MT"/>
              <a:buChar char="•"/>
              <a:tabLst>
                <a:tab pos="469900" algn="l"/>
                <a:tab pos="470534" algn="l"/>
              </a:tabLst>
            </a:pPr>
            <a:r>
              <a:rPr sz="2800" spc="30" dirty="0">
                <a:solidFill>
                  <a:srgbClr val="585858"/>
                </a:solidFill>
                <a:latin typeface="Tahoma"/>
                <a:cs typeface="Tahoma"/>
              </a:rPr>
              <a:t>Conc</a:t>
            </a:r>
            <a:r>
              <a:rPr sz="2800" spc="10" dirty="0">
                <a:solidFill>
                  <a:srgbClr val="585858"/>
                </a:solidFill>
                <a:latin typeface="Tahoma"/>
                <a:cs typeface="Tahoma"/>
              </a:rPr>
              <a:t>e</a:t>
            </a:r>
            <a:r>
              <a:rPr sz="2800" spc="60" dirty="0">
                <a:solidFill>
                  <a:srgbClr val="585858"/>
                </a:solidFill>
                <a:latin typeface="Tahoma"/>
                <a:cs typeface="Tahoma"/>
              </a:rPr>
              <a:t>itos</a:t>
            </a:r>
            <a:r>
              <a:rPr sz="2800" spc="-295" dirty="0">
                <a:solidFill>
                  <a:srgbClr val="585858"/>
                </a:solidFill>
                <a:latin typeface="Tahoma"/>
                <a:cs typeface="Tahoma"/>
              </a:rPr>
              <a:t> </a:t>
            </a:r>
            <a:r>
              <a:rPr sz="2800" spc="15" dirty="0">
                <a:solidFill>
                  <a:srgbClr val="585858"/>
                </a:solidFill>
                <a:latin typeface="Tahoma"/>
                <a:cs typeface="Tahoma"/>
              </a:rPr>
              <a:t>e</a:t>
            </a:r>
            <a:r>
              <a:rPr sz="2800" spc="-315" dirty="0">
                <a:solidFill>
                  <a:srgbClr val="585858"/>
                </a:solidFill>
                <a:latin typeface="Tahoma"/>
                <a:cs typeface="Tahoma"/>
              </a:rPr>
              <a:t> </a:t>
            </a:r>
            <a:r>
              <a:rPr sz="2800" spc="10" dirty="0">
                <a:solidFill>
                  <a:srgbClr val="585858"/>
                </a:solidFill>
                <a:latin typeface="Tahoma"/>
                <a:cs typeface="Tahoma"/>
              </a:rPr>
              <a:t>Marcos</a:t>
            </a:r>
            <a:r>
              <a:rPr sz="2800" spc="-315" dirty="0">
                <a:solidFill>
                  <a:srgbClr val="585858"/>
                </a:solidFill>
                <a:latin typeface="Tahoma"/>
                <a:cs typeface="Tahoma"/>
              </a:rPr>
              <a:t> </a:t>
            </a:r>
            <a:r>
              <a:rPr sz="2800" spc="50" dirty="0">
                <a:solidFill>
                  <a:srgbClr val="585858"/>
                </a:solidFill>
                <a:latin typeface="Tahoma"/>
                <a:cs typeface="Tahoma"/>
              </a:rPr>
              <a:t>históri</a:t>
            </a:r>
            <a:r>
              <a:rPr sz="2800" spc="45" dirty="0">
                <a:solidFill>
                  <a:srgbClr val="585858"/>
                </a:solidFill>
                <a:latin typeface="Tahoma"/>
                <a:cs typeface="Tahoma"/>
              </a:rPr>
              <a:t>c</a:t>
            </a:r>
            <a:r>
              <a:rPr sz="2800" spc="50" dirty="0">
                <a:solidFill>
                  <a:srgbClr val="585858"/>
                </a:solidFill>
                <a:latin typeface="Tahoma"/>
                <a:cs typeface="Tahoma"/>
              </a:rPr>
              <a:t>os</a:t>
            </a:r>
            <a:endParaRPr sz="2800">
              <a:latin typeface="Tahoma"/>
              <a:cs typeface="Tahoma"/>
            </a:endParaRPr>
          </a:p>
          <a:p>
            <a:pPr marL="469900" indent="-457834">
              <a:lnSpc>
                <a:spcPct val="100000"/>
              </a:lnSpc>
              <a:spcBef>
                <a:spcPts val="1680"/>
              </a:spcBef>
              <a:buClr>
                <a:srgbClr val="DC0984"/>
              </a:buClr>
              <a:buSzPct val="75000"/>
              <a:buFont typeface="Arial MT"/>
              <a:buChar char="•"/>
              <a:tabLst>
                <a:tab pos="469900" algn="l"/>
                <a:tab pos="470534" algn="l"/>
              </a:tabLst>
            </a:pPr>
            <a:r>
              <a:rPr sz="2800" spc="20" dirty="0">
                <a:solidFill>
                  <a:srgbClr val="585858"/>
                </a:solidFill>
                <a:latin typeface="Tahoma"/>
                <a:cs typeface="Tahoma"/>
              </a:rPr>
              <a:t>Capitalismo</a:t>
            </a:r>
            <a:r>
              <a:rPr sz="2800" spc="-290" dirty="0">
                <a:solidFill>
                  <a:srgbClr val="585858"/>
                </a:solidFill>
                <a:latin typeface="Tahoma"/>
                <a:cs typeface="Tahoma"/>
              </a:rPr>
              <a:t> </a:t>
            </a:r>
            <a:r>
              <a:rPr sz="2800" spc="40" dirty="0">
                <a:solidFill>
                  <a:srgbClr val="585858"/>
                </a:solidFill>
                <a:latin typeface="Tahoma"/>
                <a:cs typeface="Tahoma"/>
              </a:rPr>
              <a:t>Consci</a:t>
            </a:r>
            <a:r>
              <a:rPr sz="2800" spc="30" dirty="0">
                <a:solidFill>
                  <a:srgbClr val="585858"/>
                </a:solidFill>
                <a:latin typeface="Tahoma"/>
                <a:cs typeface="Tahoma"/>
              </a:rPr>
              <a:t>e</a:t>
            </a:r>
            <a:r>
              <a:rPr sz="2800" spc="10" dirty="0">
                <a:solidFill>
                  <a:srgbClr val="585858"/>
                </a:solidFill>
                <a:latin typeface="Tahoma"/>
                <a:cs typeface="Tahoma"/>
              </a:rPr>
              <a:t>nte</a:t>
            </a:r>
            <a:r>
              <a:rPr sz="2800" spc="-280" dirty="0">
                <a:solidFill>
                  <a:srgbClr val="585858"/>
                </a:solidFill>
                <a:latin typeface="Tahoma"/>
                <a:cs typeface="Tahoma"/>
              </a:rPr>
              <a:t> </a:t>
            </a:r>
            <a:r>
              <a:rPr sz="2800" spc="15" dirty="0">
                <a:solidFill>
                  <a:srgbClr val="585858"/>
                </a:solidFill>
                <a:latin typeface="Tahoma"/>
                <a:cs typeface="Tahoma"/>
              </a:rPr>
              <a:t>e</a:t>
            </a:r>
            <a:r>
              <a:rPr sz="2800" spc="-330" dirty="0">
                <a:solidFill>
                  <a:srgbClr val="585858"/>
                </a:solidFill>
                <a:latin typeface="Tahoma"/>
                <a:cs typeface="Tahoma"/>
              </a:rPr>
              <a:t> </a:t>
            </a:r>
            <a:r>
              <a:rPr sz="2800" spc="35" dirty="0">
                <a:solidFill>
                  <a:srgbClr val="585858"/>
                </a:solidFill>
                <a:latin typeface="Tahoma"/>
                <a:cs typeface="Tahoma"/>
              </a:rPr>
              <a:t>seus</a:t>
            </a:r>
            <a:r>
              <a:rPr sz="2800" spc="-305" dirty="0">
                <a:solidFill>
                  <a:srgbClr val="585858"/>
                </a:solidFill>
                <a:latin typeface="Tahoma"/>
                <a:cs typeface="Tahoma"/>
              </a:rPr>
              <a:t> </a:t>
            </a:r>
            <a:r>
              <a:rPr sz="2800" spc="10" dirty="0">
                <a:solidFill>
                  <a:srgbClr val="585858"/>
                </a:solidFill>
                <a:latin typeface="Tahoma"/>
                <a:cs typeface="Tahoma"/>
              </a:rPr>
              <a:t>perso</a:t>
            </a:r>
            <a:r>
              <a:rPr sz="2800" spc="15" dirty="0">
                <a:solidFill>
                  <a:srgbClr val="585858"/>
                </a:solidFill>
                <a:latin typeface="Tahoma"/>
                <a:cs typeface="Tahoma"/>
              </a:rPr>
              <a:t>n</a:t>
            </a:r>
            <a:r>
              <a:rPr sz="2800" spc="-10" dirty="0">
                <a:solidFill>
                  <a:srgbClr val="585858"/>
                </a:solidFill>
                <a:latin typeface="Tahoma"/>
                <a:cs typeface="Tahoma"/>
              </a:rPr>
              <a:t>agens</a:t>
            </a:r>
            <a:endParaRPr sz="2800">
              <a:latin typeface="Tahoma"/>
              <a:cs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40;p9">
            <a:extLst>
              <a:ext uri="{FF2B5EF4-FFF2-40B4-BE49-F238E27FC236}">
                <a16:creationId xmlns:a16="http://schemas.microsoft.com/office/drawing/2014/main" id="{695333AF-27BC-4A61-55A3-0154DAA6CFBA}"/>
              </a:ext>
            </a:extLst>
          </p:cNvPr>
          <p:cNvSpPr txBox="1">
            <a:spLocks/>
          </p:cNvSpPr>
          <p:nvPr/>
        </p:nvSpPr>
        <p:spPr>
          <a:xfrm>
            <a:off x="4704800" y="1558400"/>
            <a:ext cx="7088400" cy="3741200"/>
          </a:xfrm>
          <a:prstGeom prst="rect">
            <a:avLst/>
          </a:prstGeom>
        </p:spPr>
        <p:txBody>
          <a:bodyPr spcFirstLastPara="1" wrap="square" lIns="121900" tIns="121900" rIns="121900" bIns="121900" anchor="ctr" anchorCtr="0">
            <a:normAutofit/>
          </a:bodyPr>
          <a:lstStyle>
            <a:lvl1pPr>
              <a:defRPr sz="3200" b="1" i="0">
                <a:solidFill>
                  <a:schemeClr val="tx1"/>
                </a:solidFill>
                <a:latin typeface="Tahoma"/>
                <a:ea typeface="+mj-ea"/>
                <a:cs typeface="Tahoma"/>
              </a:defRPr>
            </a:lvl1pPr>
          </a:lstStyle>
          <a:p>
            <a:r>
              <a:rPr lang="pt-BR" kern="0"/>
              <a:t>Governança Corporativa</a:t>
            </a:r>
            <a:endParaRPr lang="pt-BR" kern="0" dirty="0"/>
          </a:p>
        </p:txBody>
      </p:sp>
    </p:spTree>
    <p:extLst>
      <p:ext uri="{BB962C8B-B14F-4D97-AF65-F5344CB8AC3E}">
        <p14:creationId xmlns:p14="http://schemas.microsoft.com/office/powerpoint/2010/main" val="1388367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cs typeface="Calibri" panose="020F0502020204030204" pitchFamily="34" charset="0"/>
              </a:rPr>
              <a:t>Conceito da Governança Corporativa - GC</a:t>
            </a:r>
            <a:endParaRPr sz="3200" b="1" dirty="0">
              <a:solidFill>
                <a:srgbClr val="FF0000"/>
              </a:solidFill>
              <a:latin typeface="Barlow" panose="00000500000000000000" pitchFamily="2" charset="0"/>
              <a:cs typeface="Calibri" panose="020F0502020204030204" pitchFamily="34" charset="0"/>
            </a:endParaRPr>
          </a:p>
        </p:txBody>
      </p:sp>
      <p:sp>
        <p:nvSpPr>
          <p:cNvPr id="46" name="Google Shape;46;p10"/>
          <p:cNvSpPr txBox="1">
            <a:spLocks noGrp="1"/>
          </p:cNvSpPr>
          <p:nvPr>
            <p:ph type="body" idx="1"/>
          </p:nvPr>
        </p:nvSpPr>
        <p:spPr>
          <a:xfrm>
            <a:off x="840000" y="2173574"/>
            <a:ext cx="11210486" cy="4203482"/>
          </a:xfrm>
          <a:prstGeom prst="rect">
            <a:avLst/>
          </a:prstGeom>
        </p:spPr>
        <p:txBody>
          <a:bodyPr spcFirstLastPara="1" wrap="square" lIns="121900" tIns="121900" rIns="121900" bIns="121900" anchor="t" anchorCtr="0">
            <a:noAutofit/>
          </a:bodyPr>
          <a:lstStyle/>
          <a:p>
            <a:pPr marL="457200" indent="-457200" algn="just">
              <a:lnSpc>
                <a:spcPct val="150000"/>
              </a:lnSpc>
            </a:pPr>
            <a:r>
              <a:rPr lang="pt-BR" sz="2800" dirty="0">
                <a:solidFill>
                  <a:schemeClr val="tx1"/>
                </a:solidFill>
                <a:latin typeface="Barlow" panose="00000500000000000000" pitchFamily="2" charset="0"/>
                <a:cs typeface="Calibri" panose="020F0502020204030204" pitchFamily="34" charset="0"/>
              </a:rPr>
              <a:t>Compreende a estrutura de relacionamentos e correspondentes responsabilidades de acionistas, conselheiros e executivos, definidas estas da melhor maneira, de modo a encorajar as empresas a terem o desempenho econômico como objetivo principal.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rPr>
              <a:t>Função da Governança Corporativa - GC</a:t>
            </a:r>
            <a:endParaRPr sz="3200" b="1" dirty="0">
              <a:latin typeface="Barlow" panose="00000500000000000000" pitchFamily="2" charset="0"/>
            </a:endParaRPr>
          </a:p>
        </p:txBody>
      </p:sp>
      <p:sp>
        <p:nvSpPr>
          <p:cNvPr id="46" name="Google Shape;46;p10"/>
          <p:cNvSpPr txBox="1">
            <a:spLocks noGrp="1"/>
          </p:cNvSpPr>
          <p:nvPr>
            <p:ph type="body" idx="1"/>
          </p:nvPr>
        </p:nvSpPr>
        <p:spPr>
          <a:xfrm>
            <a:off x="720000" y="1890488"/>
            <a:ext cx="11308000" cy="4424878"/>
          </a:xfrm>
          <a:prstGeom prst="rect">
            <a:avLst/>
          </a:prstGeom>
        </p:spPr>
        <p:txBody>
          <a:bodyPr spcFirstLastPara="1" wrap="square" lIns="121900" tIns="121900" rIns="121900" bIns="121900" anchor="t" anchorCtr="0">
            <a:noAutofit/>
          </a:bodyPr>
          <a:lstStyle/>
          <a:p>
            <a:pPr marL="0" indent="0" algn="just">
              <a:buNone/>
            </a:pPr>
            <a:r>
              <a:rPr lang="pt-BR" sz="2800" dirty="0"/>
              <a:t>Segundo o ASSI (2018):</a:t>
            </a:r>
          </a:p>
          <a:p>
            <a:pPr marL="0" indent="0" algn="just">
              <a:buNone/>
            </a:pPr>
            <a:endParaRPr lang="pt-BR" sz="2800" dirty="0"/>
          </a:p>
          <a:p>
            <a:pPr marL="0" indent="0" algn="just">
              <a:buNone/>
            </a:pPr>
            <a:r>
              <a:rPr lang="pt-BR" sz="2800" dirty="0"/>
              <a:t>Seu fundamento básico é o auxílio às organizações para desenvolver estratégias para criar valor de negócios em suas capacidades, bem como se fortalecer para enfrentar novos desafios, melhorando assim o desempenho, o crescimento econômico, a confiança e o lucro.</a:t>
            </a:r>
          </a:p>
        </p:txBody>
      </p:sp>
    </p:spTree>
    <p:extLst>
      <p:ext uri="{BB962C8B-B14F-4D97-AF65-F5344CB8AC3E}">
        <p14:creationId xmlns:p14="http://schemas.microsoft.com/office/powerpoint/2010/main" val="449743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dirty="0"/>
              <a:t>Caminho Legislativo da GC</a:t>
            </a:r>
            <a:endParaRPr sz="3200" dirty="0"/>
          </a:p>
        </p:txBody>
      </p:sp>
      <p:sp>
        <p:nvSpPr>
          <p:cNvPr id="46" name="Google Shape;46;p10"/>
          <p:cNvSpPr txBox="1">
            <a:spLocks noGrp="1"/>
          </p:cNvSpPr>
          <p:nvPr>
            <p:ph type="body" idx="1"/>
          </p:nvPr>
        </p:nvSpPr>
        <p:spPr>
          <a:xfrm>
            <a:off x="720000" y="1890488"/>
            <a:ext cx="11308000" cy="4675204"/>
          </a:xfrm>
          <a:prstGeom prst="rect">
            <a:avLst/>
          </a:prstGeom>
        </p:spPr>
        <p:txBody>
          <a:bodyPr spcFirstLastPara="1" wrap="square" lIns="121900" tIns="121900" rIns="121900" bIns="121900" anchor="t" anchorCtr="0">
            <a:noAutofit/>
          </a:bodyPr>
          <a:lstStyle/>
          <a:p>
            <a:pPr marL="0" indent="0" algn="just">
              <a:buNone/>
            </a:pPr>
            <a:r>
              <a:rPr lang="pt-BR" sz="2800" b="1" dirty="0">
                <a:solidFill>
                  <a:schemeClr val="tx1"/>
                </a:solidFill>
                <a:latin typeface="Barlow" panose="00000500000000000000" pitchFamily="2" charset="0"/>
                <a:cs typeface="Calibri" panose="020F0502020204030204" pitchFamily="34" charset="0"/>
              </a:rPr>
              <a:t>Lei nº 12.846/2013 – Lei Anticorrupção </a:t>
            </a:r>
          </a:p>
          <a:p>
            <a:pPr marL="0" indent="0" algn="just">
              <a:buNone/>
            </a:pPr>
            <a:endParaRPr lang="pt-BR" sz="2800" b="1" dirty="0">
              <a:solidFill>
                <a:schemeClr val="tx1"/>
              </a:solidFill>
              <a:latin typeface="Barlow" panose="00000500000000000000" pitchFamily="2" charset="0"/>
              <a:cs typeface="Calibri" panose="020F0502020204030204" pitchFamily="34" charset="0"/>
            </a:endParaRPr>
          </a:p>
          <a:p>
            <a:pPr marL="0" indent="0" algn="just">
              <a:buNone/>
            </a:pPr>
            <a:r>
              <a:rPr lang="pt-BR" sz="2800" b="1" dirty="0">
                <a:solidFill>
                  <a:schemeClr val="tx1"/>
                </a:solidFill>
                <a:latin typeface="Barlow" panose="00000500000000000000" pitchFamily="2" charset="0"/>
                <a:cs typeface="Calibri" panose="020F0502020204030204" pitchFamily="34" charset="0"/>
              </a:rPr>
              <a:t>Regulamentado pelo Decreto nº 8. 420/2015 </a:t>
            </a:r>
          </a:p>
          <a:p>
            <a:pPr marL="0" indent="0" algn="just">
              <a:buNone/>
            </a:pPr>
            <a:endParaRPr lang="pt-BR" sz="2800" dirty="0">
              <a:solidFill>
                <a:schemeClr val="tx1"/>
              </a:solidFill>
              <a:latin typeface="Barlow" panose="00000500000000000000" pitchFamily="2" charset="0"/>
              <a:cs typeface="Calibri" panose="020F0502020204030204" pitchFamily="34" charset="0"/>
            </a:endParaRPr>
          </a:p>
          <a:p>
            <a:pPr marL="0" indent="0" algn="just">
              <a:buNone/>
            </a:pPr>
            <a:r>
              <a:rPr lang="pt-BR" sz="2800" dirty="0">
                <a:effectLst/>
                <a:latin typeface="Barlow" panose="00000500000000000000" pitchFamily="2" charset="0"/>
                <a:ea typeface="Calibri" panose="020F0502020204030204" pitchFamily="34" charset="0"/>
                <a:cs typeface="Arial" panose="020B0604020202020204" pitchFamily="34" charset="0"/>
              </a:rPr>
              <a:t>A rejeição à corrupção é inerente às empresas com responsabilidade social corporativa, pois os danos sociais, econômicos e ambientais que ela causa são considerados incompatíveis com o desenvolvimento sustentável </a:t>
            </a:r>
            <a:endParaRPr lang="pt-BR" sz="4000" b="1" dirty="0">
              <a:solidFill>
                <a:schemeClr val="tx1"/>
              </a:solidFill>
              <a:latin typeface="Barlow" panose="00000500000000000000" pitchFamily="2" charset="0"/>
              <a:cs typeface="Calibri" panose="020F0502020204030204" pitchFamily="34" charset="0"/>
            </a:endParaRPr>
          </a:p>
        </p:txBody>
      </p:sp>
    </p:spTree>
    <p:extLst>
      <p:ext uri="{BB962C8B-B14F-4D97-AF65-F5344CB8AC3E}">
        <p14:creationId xmlns:p14="http://schemas.microsoft.com/office/powerpoint/2010/main" val="1262312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PONTOS PRINCIPAIS ABORDADOS NA AULA</a:t>
            </a:r>
            <a:endParaRPr sz="3200" dirty="0"/>
          </a:p>
        </p:txBody>
      </p:sp>
      <p:sp>
        <p:nvSpPr>
          <p:cNvPr id="52" name="Google Shape;52;p11"/>
          <p:cNvSpPr txBox="1">
            <a:spLocks noGrp="1"/>
          </p:cNvSpPr>
          <p:nvPr>
            <p:ph type="body" idx="1"/>
          </p:nvPr>
        </p:nvSpPr>
        <p:spPr>
          <a:xfrm>
            <a:off x="840000" y="1905479"/>
            <a:ext cx="11308000" cy="4454857"/>
          </a:xfrm>
          <a:prstGeom prst="rect">
            <a:avLst/>
          </a:prstGeom>
        </p:spPr>
        <p:txBody>
          <a:bodyPr spcFirstLastPara="1" wrap="square" lIns="121900" tIns="121900" rIns="121900" bIns="121900" anchor="t" anchorCtr="0">
            <a:noAutofit/>
          </a:bodyPr>
          <a:lstStyle/>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Conceito de Governança Corporativa;</a:t>
            </a:r>
          </a:p>
          <a:p>
            <a:pPr algn="just">
              <a:lnSpc>
                <a:spcPct val="150000"/>
              </a:lnSpc>
              <a:buSzPct val="75000"/>
              <a:buFont typeface="Arial" panose="020B0604020202020204" pitchFamily="34" charset="0"/>
              <a:buChar char="•"/>
            </a:pPr>
            <a:r>
              <a:rPr lang="pt-BR" sz="2800" dirty="0"/>
              <a:t>Função da Governança Corporativa na Gestão Estratégica;</a:t>
            </a:r>
          </a:p>
          <a:p>
            <a:pPr algn="just">
              <a:lnSpc>
                <a:spcPct val="150000"/>
              </a:lnSpc>
              <a:buSzPct val="75000"/>
              <a:buFont typeface="Arial" panose="020B0604020202020204" pitchFamily="34" charset="0"/>
              <a:buChar char="•"/>
            </a:pPr>
            <a:r>
              <a:rPr lang="pt-BR" sz="2800" dirty="0"/>
              <a:t>Marco histórico e legislações pertinentes.</a:t>
            </a:r>
            <a:endParaRPr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PONTOS PRINCIPAIS ABORDADOS NA AULA</a:t>
            </a:r>
            <a:endParaRPr sz="3200" dirty="0"/>
          </a:p>
        </p:txBody>
      </p:sp>
      <p:sp>
        <p:nvSpPr>
          <p:cNvPr id="52" name="Google Shape;52;p11"/>
          <p:cNvSpPr txBox="1">
            <a:spLocks noGrp="1"/>
          </p:cNvSpPr>
          <p:nvPr>
            <p:ph type="body" idx="1"/>
          </p:nvPr>
        </p:nvSpPr>
        <p:spPr>
          <a:xfrm>
            <a:off x="840000" y="1905479"/>
            <a:ext cx="11308000" cy="4454857"/>
          </a:xfrm>
          <a:prstGeom prst="rect">
            <a:avLst/>
          </a:prstGeom>
        </p:spPr>
        <p:txBody>
          <a:bodyPr spcFirstLastPara="1" wrap="square" lIns="121900" tIns="121900" rIns="121900" bIns="121900" anchor="t" anchorCtr="0">
            <a:noAutofit/>
          </a:bodyPr>
          <a:lstStyle/>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Importância dos Princípios na Governança Corporativa</a:t>
            </a:r>
          </a:p>
          <a:p>
            <a:pPr algn="just">
              <a:lnSpc>
                <a:spcPct val="150000"/>
              </a:lnSpc>
              <a:buSzPct val="75000"/>
              <a:buFont typeface="Arial" panose="020B0604020202020204" pitchFamily="34" charset="0"/>
              <a:buChar char="•"/>
            </a:pPr>
            <a:r>
              <a:rPr lang="pt-BR" sz="2800" dirty="0"/>
              <a:t>Princípios segundo IBGC</a:t>
            </a:r>
          </a:p>
          <a:p>
            <a:pPr algn="just">
              <a:lnSpc>
                <a:spcPct val="150000"/>
              </a:lnSpc>
              <a:buSzPct val="75000"/>
              <a:buFont typeface="Arial" panose="020B0604020202020204" pitchFamily="34" charset="0"/>
              <a:buChar char="•"/>
            </a:pPr>
            <a:r>
              <a:rPr lang="pt-BR" sz="2800" dirty="0"/>
              <a:t>Princípios segundo OCDE</a:t>
            </a:r>
          </a:p>
          <a:p>
            <a:pPr algn="just">
              <a:lnSpc>
                <a:spcPct val="150000"/>
              </a:lnSpc>
              <a:buSzPct val="75000"/>
              <a:buFont typeface="Arial" panose="020B0604020202020204" pitchFamily="34" charset="0"/>
              <a:buChar char="•"/>
            </a:pPr>
            <a:endParaRPr lang="pt-BR"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0;p9">
            <a:extLst>
              <a:ext uri="{FF2B5EF4-FFF2-40B4-BE49-F238E27FC236}">
                <a16:creationId xmlns:a16="http://schemas.microsoft.com/office/drawing/2014/main" id="{EF3FF823-CED5-8178-E333-64A9CA4B3CAA}"/>
              </a:ext>
            </a:extLst>
          </p:cNvPr>
          <p:cNvSpPr txBox="1">
            <a:spLocks noGrp="1"/>
          </p:cNvSpPr>
          <p:nvPr>
            <p:ph type="title"/>
          </p:nvPr>
        </p:nvSpPr>
        <p:spPr>
          <a:xfrm>
            <a:off x="4704800" y="1558400"/>
            <a:ext cx="7088400" cy="3741200"/>
          </a:xfrm>
          <a:prstGeom prst="rect">
            <a:avLst/>
          </a:prstGeom>
        </p:spPr>
        <p:txBody>
          <a:bodyPr spcFirstLastPara="1" wrap="square" lIns="121900" tIns="121900" rIns="121900" bIns="121900" anchor="ctr" anchorCtr="0">
            <a:normAutofit/>
          </a:bodyPr>
          <a:lstStyle/>
          <a:p>
            <a:r>
              <a:rPr lang="pt-BR" dirty="0"/>
              <a:t>Princípios da Governança Corporativa</a:t>
            </a:r>
            <a:endParaRPr dirty="0"/>
          </a:p>
        </p:txBody>
      </p:sp>
    </p:spTree>
    <p:extLst>
      <p:ext uri="{BB962C8B-B14F-4D97-AF65-F5344CB8AC3E}">
        <p14:creationId xmlns:p14="http://schemas.microsoft.com/office/powerpoint/2010/main" val="2557347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cs typeface="Calibri" panose="020F0502020204030204" pitchFamily="34" charset="0"/>
              </a:rPr>
              <a:t>Princípios da Governança</a:t>
            </a:r>
            <a:endParaRPr sz="3200" b="1" dirty="0">
              <a:solidFill>
                <a:srgbClr val="FF0000"/>
              </a:solidFill>
              <a:latin typeface="Barlow" panose="00000500000000000000" pitchFamily="2" charset="0"/>
              <a:cs typeface="Calibri" panose="020F0502020204030204" pitchFamily="34" charset="0"/>
            </a:endParaRPr>
          </a:p>
        </p:txBody>
      </p:sp>
      <p:sp>
        <p:nvSpPr>
          <p:cNvPr id="46" name="Google Shape;46;p10"/>
          <p:cNvSpPr txBox="1">
            <a:spLocks noGrp="1"/>
          </p:cNvSpPr>
          <p:nvPr>
            <p:ph type="body" idx="1"/>
          </p:nvPr>
        </p:nvSpPr>
        <p:spPr>
          <a:xfrm>
            <a:off x="840000" y="2173574"/>
            <a:ext cx="11210486" cy="4203482"/>
          </a:xfrm>
          <a:prstGeom prst="rect">
            <a:avLst/>
          </a:prstGeom>
        </p:spPr>
        <p:txBody>
          <a:bodyPr spcFirstLastPara="1" wrap="square" lIns="121900" tIns="121900" rIns="121900" bIns="121900" anchor="t" anchorCtr="0">
            <a:noAutofit/>
          </a:bodyPr>
          <a:lstStyle/>
          <a:p>
            <a:pPr marL="0" indent="0" algn="just">
              <a:lnSpc>
                <a:spcPct val="150000"/>
              </a:lnSpc>
              <a:buNone/>
            </a:pPr>
            <a:r>
              <a:rPr lang="pt-BR" sz="2800" dirty="0">
                <a:solidFill>
                  <a:schemeClr val="tx1"/>
                </a:solidFill>
                <a:latin typeface="Barlow" panose="00000500000000000000" pitchFamily="2" charset="0"/>
                <a:cs typeface="Calibri" panose="020F0502020204030204" pitchFamily="34" charset="0"/>
              </a:rPr>
              <a:t>Defende o IBGC quanto aos princípios que:</a:t>
            </a:r>
          </a:p>
          <a:p>
            <a:pPr marL="0" indent="0" algn="just">
              <a:lnSpc>
                <a:spcPct val="150000"/>
              </a:lnSpc>
              <a:buNone/>
            </a:pPr>
            <a:endParaRPr lang="pt-BR" sz="2800" dirty="0">
              <a:solidFill>
                <a:schemeClr val="tx1"/>
              </a:solidFill>
              <a:latin typeface="Barlow" panose="00000500000000000000" pitchFamily="2" charset="0"/>
              <a:cs typeface="Calibri" panose="020F0502020204030204" pitchFamily="34" charset="0"/>
            </a:endParaRPr>
          </a:p>
          <a:p>
            <a:pPr marL="0" indent="0" algn="just">
              <a:lnSpc>
                <a:spcPct val="150000"/>
              </a:lnSpc>
              <a:buNone/>
            </a:pPr>
            <a:r>
              <a:rPr lang="pt-BR" sz="2800" dirty="0">
                <a:solidFill>
                  <a:schemeClr val="tx1"/>
                </a:solidFill>
                <a:latin typeface="Barlow" panose="00000500000000000000" pitchFamily="2" charset="0"/>
                <a:cs typeface="Calibri" panose="020F0502020204030204" pitchFamily="34" charset="0"/>
              </a:rPr>
              <a:t> “as boas práticas de governança corporativa convertem </a:t>
            </a:r>
            <a:r>
              <a:rPr lang="pt-BR" sz="2800" b="1" dirty="0">
                <a:solidFill>
                  <a:schemeClr val="tx1"/>
                </a:solidFill>
                <a:latin typeface="Barlow" panose="00000500000000000000" pitchFamily="2" charset="0"/>
                <a:cs typeface="Calibri" panose="020F0502020204030204" pitchFamily="34" charset="0"/>
              </a:rPr>
              <a:t>princípios</a:t>
            </a:r>
            <a:r>
              <a:rPr lang="pt-BR" sz="2800" dirty="0">
                <a:solidFill>
                  <a:schemeClr val="tx1"/>
                </a:solidFill>
                <a:latin typeface="Barlow" panose="00000500000000000000" pitchFamily="2" charset="0"/>
                <a:cs typeface="Calibri" panose="020F0502020204030204" pitchFamily="34" charset="0"/>
              </a:rPr>
              <a:t> em recomendações objetivas, alinhando interesses com a finalidade de preservar e otimizar o valor da organização, facilitando seu acesso ao capital e contribuindo para a sua longevidade" (IBGC,2009, p.18).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rPr>
              <a:t>Princípios atrelados a Governança, segundo IBGC :</a:t>
            </a:r>
            <a:endParaRPr sz="3200" dirty="0">
              <a:latin typeface="Barlow" panose="00000500000000000000" pitchFamily="2" charset="0"/>
            </a:endParaRPr>
          </a:p>
        </p:txBody>
      </p:sp>
      <p:sp>
        <p:nvSpPr>
          <p:cNvPr id="46" name="Google Shape;46;p10"/>
          <p:cNvSpPr txBox="1">
            <a:spLocks noGrp="1"/>
          </p:cNvSpPr>
          <p:nvPr>
            <p:ph type="body" idx="1"/>
          </p:nvPr>
        </p:nvSpPr>
        <p:spPr>
          <a:xfrm>
            <a:off x="720000" y="1890488"/>
            <a:ext cx="11308000" cy="4424878"/>
          </a:xfrm>
          <a:prstGeom prst="rect">
            <a:avLst/>
          </a:prstGeom>
        </p:spPr>
        <p:txBody>
          <a:bodyPr spcFirstLastPara="1" wrap="square" lIns="121900" tIns="121900" rIns="121900" bIns="121900" anchor="t" anchorCtr="0">
            <a:noAutofit/>
          </a:bodyPr>
          <a:lstStyle/>
          <a:p>
            <a:pPr marL="457200" indent="-457200" algn="just"/>
            <a:r>
              <a:rPr lang="pt-BR" sz="2800" dirty="0"/>
              <a:t>Transparência</a:t>
            </a:r>
          </a:p>
          <a:p>
            <a:pPr marL="457200" indent="-457200" algn="just"/>
            <a:endParaRPr lang="pt-BR" sz="2800" dirty="0"/>
          </a:p>
          <a:p>
            <a:pPr marL="457200" indent="-457200" algn="just"/>
            <a:r>
              <a:rPr lang="pt-BR" sz="2800" dirty="0"/>
              <a:t>Equidade</a:t>
            </a:r>
          </a:p>
          <a:p>
            <a:pPr marL="457200" indent="-457200" algn="just"/>
            <a:endParaRPr lang="pt-BR" sz="2800" dirty="0"/>
          </a:p>
          <a:p>
            <a:pPr marL="457200" indent="-457200" algn="just"/>
            <a:r>
              <a:rPr lang="pt-BR" sz="2800" dirty="0"/>
              <a:t>Prestação de contas </a:t>
            </a:r>
          </a:p>
          <a:p>
            <a:pPr marL="457200" indent="-457200" algn="just"/>
            <a:endParaRPr lang="pt-BR" sz="2800" dirty="0"/>
          </a:p>
          <a:p>
            <a:pPr marL="457200" indent="-457200" algn="just"/>
            <a:r>
              <a:rPr lang="pt-BR" sz="2800" dirty="0"/>
              <a:t>Responsabilidade Corporativa</a:t>
            </a:r>
          </a:p>
        </p:txBody>
      </p:sp>
    </p:spTree>
    <p:extLst>
      <p:ext uri="{BB962C8B-B14F-4D97-AF65-F5344CB8AC3E}">
        <p14:creationId xmlns:p14="http://schemas.microsoft.com/office/powerpoint/2010/main" val="13981308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dirty="0"/>
              <a:t>Governança como inovação </a:t>
            </a:r>
            <a:endParaRPr sz="3200" dirty="0"/>
          </a:p>
        </p:txBody>
      </p:sp>
      <p:sp>
        <p:nvSpPr>
          <p:cNvPr id="46" name="Google Shape;46;p10"/>
          <p:cNvSpPr txBox="1">
            <a:spLocks noGrp="1"/>
          </p:cNvSpPr>
          <p:nvPr>
            <p:ph type="body" idx="1"/>
          </p:nvPr>
        </p:nvSpPr>
        <p:spPr>
          <a:xfrm>
            <a:off x="720000" y="1890488"/>
            <a:ext cx="11308000" cy="4675204"/>
          </a:xfrm>
          <a:prstGeom prst="rect">
            <a:avLst/>
          </a:prstGeom>
        </p:spPr>
        <p:txBody>
          <a:bodyPr spcFirstLastPara="1" wrap="square" lIns="121900" tIns="121900" rIns="121900" bIns="121900" anchor="t" anchorCtr="0">
            <a:noAutofit/>
          </a:bodyPr>
          <a:lstStyle/>
          <a:p>
            <a:pPr marL="0" indent="0" algn="just">
              <a:buNone/>
            </a:pPr>
            <a:r>
              <a:rPr lang="pt-BR" sz="2800" dirty="0">
                <a:solidFill>
                  <a:schemeClr val="tx1"/>
                </a:solidFill>
                <a:latin typeface="Barlow" panose="00000500000000000000" pitchFamily="2" charset="0"/>
                <a:cs typeface="Calibri" panose="020F0502020204030204" pitchFamily="34" charset="0"/>
              </a:rPr>
              <a:t>Organização para a Cooperação e Desenvolvimento Econômico – </a:t>
            </a:r>
            <a:r>
              <a:rPr lang="pt-BR" sz="2800" b="1" dirty="0">
                <a:solidFill>
                  <a:schemeClr val="tx1"/>
                </a:solidFill>
                <a:latin typeface="Barlow" panose="00000500000000000000" pitchFamily="2" charset="0"/>
                <a:cs typeface="Calibri" panose="020F0502020204030204" pitchFamily="34" charset="0"/>
              </a:rPr>
              <a:t>OCDE</a:t>
            </a:r>
          </a:p>
          <a:p>
            <a:pPr marL="0" indent="0" algn="just">
              <a:buNone/>
            </a:pPr>
            <a:endParaRPr lang="pt-BR" sz="2800" b="1" dirty="0">
              <a:solidFill>
                <a:schemeClr val="tx1"/>
              </a:solidFill>
              <a:latin typeface="Barlow" panose="00000500000000000000" pitchFamily="2" charset="0"/>
              <a:cs typeface="Calibri" panose="020F0502020204030204" pitchFamily="34" charset="0"/>
            </a:endParaRPr>
          </a:p>
        </p:txBody>
      </p:sp>
      <p:pic>
        <p:nvPicPr>
          <p:cNvPr id="4" name="Imagem 3" descr="Diagrama&#10;&#10;Descrição gerada automaticamente">
            <a:extLst>
              <a:ext uri="{FF2B5EF4-FFF2-40B4-BE49-F238E27FC236}">
                <a16:creationId xmlns:a16="http://schemas.microsoft.com/office/drawing/2014/main" id="{02A40C61-8A2E-47BA-7D2D-094CF4BE6845}"/>
              </a:ext>
            </a:extLst>
          </p:cNvPr>
          <p:cNvPicPr>
            <a:picLocks noChangeAspect="1"/>
          </p:cNvPicPr>
          <p:nvPr/>
        </p:nvPicPr>
        <p:blipFill rotWithShape="1">
          <a:blip r:embed="rId3">
            <a:extLst>
              <a:ext uri="{28A0092B-C50C-407E-A947-70E740481C1C}">
                <a14:useLocalDpi xmlns:a14="http://schemas.microsoft.com/office/drawing/2010/main" val="0"/>
              </a:ext>
            </a:extLst>
          </a:blip>
          <a:srcRect l="10367" t="14399" r="12620" b="614"/>
          <a:stretch/>
        </p:blipFill>
        <p:spPr bwMode="auto">
          <a:xfrm>
            <a:off x="4467827" y="3066758"/>
            <a:ext cx="3812345" cy="3305908"/>
          </a:xfrm>
          <a:prstGeom prst="rect">
            <a:avLst/>
          </a:prstGeom>
          <a:noFill/>
          <a:ln>
            <a:solidFill>
              <a:schemeClr val="tx1"/>
            </a:solidFill>
          </a:ln>
        </p:spPr>
      </p:pic>
    </p:spTree>
    <p:extLst>
      <p:ext uri="{BB962C8B-B14F-4D97-AF65-F5344CB8AC3E}">
        <p14:creationId xmlns:p14="http://schemas.microsoft.com/office/powerpoint/2010/main" val="4061941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PONTOS PRINCIPAIS ABORDADOS NA AULA</a:t>
            </a:r>
            <a:endParaRPr sz="3200" dirty="0"/>
          </a:p>
        </p:txBody>
      </p:sp>
      <p:sp>
        <p:nvSpPr>
          <p:cNvPr id="52" name="Google Shape;52;p11"/>
          <p:cNvSpPr txBox="1">
            <a:spLocks noGrp="1"/>
          </p:cNvSpPr>
          <p:nvPr>
            <p:ph type="body" idx="1"/>
          </p:nvPr>
        </p:nvSpPr>
        <p:spPr>
          <a:xfrm>
            <a:off x="840000" y="1905479"/>
            <a:ext cx="11308000" cy="4454857"/>
          </a:xfrm>
          <a:prstGeom prst="rect">
            <a:avLst/>
          </a:prstGeom>
        </p:spPr>
        <p:txBody>
          <a:bodyPr spcFirstLastPara="1" wrap="square" lIns="121900" tIns="121900" rIns="121900" bIns="121900" anchor="t" anchorCtr="0">
            <a:noAutofit/>
          </a:bodyPr>
          <a:lstStyle/>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Importância dos Princípios na Governança Corporativa</a:t>
            </a:r>
          </a:p>
          <a:p>
            <a:pPr algn="just">
              <a:lnSpc>
                <a:spcPct val="150000"/>
              </a:lnSpc>
              <a:buSzPct val="75000"/>
              <a:buFont typeface="Arial" panose="020B0604020202020204" pitchFamily="34" charset="0"/>
              <a:buChar char="•"/>
            </a:pPr>
            <a:r>
              <a:rPr lang="pt-BR" sz="2800" dirty="0"/>
              <a:t>Princípios segundo IBGC</a:t>
            </a:r>
          </a:p>
          <a:p>
            <a:pPr algn="just">
              <a:lnSpc>
                <a:spcPct val="150000"/>
              </a:lnSpc>
              <a:buSzPct val="75000"/>
              <a:buFont typeface="Arial" panose="020B0604020202020204" pitchFamily="34" charset="0"/>
              <a:buChar char="•"/>
            </a:pPr>
            <a:r>
              <a:rPr lang="pt-BR" sz="2800" dirty="0"/>
              <a:t>Princípios segundo OCDE</a:t>
            </a:r>
          </a:p>
          <a:p>
            <a:pPr algn="just">
              <a:lnSpc>
                <a:spcPct val="150000"/>
              </a:lnSpc>
              <a:buSzPct val="75000"/>
              <a:buFont typeface="Arial" panose="020B0604020202020204" pitchFamily="34" charset="0"/>
              <a:buChar char="•"/>
            </a:pPr>
            <a:endParaRPr lang="pt-BR"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40;p9">
            <a:extLst>
              <a:ext uri="{FF2B5EF4-FFF2-40B4-BE49-F238E27FC236}">
                <a16:creationId xmlns:a16="http://schemas.microsoft.com/office/drawing/2014/main" id="{695333AF-27BC-4A61-55A3-0154DAA6CFBA}"/>
              </a:ext>
            </a:extLst>
          </p:cNvPr>
          <p:cNvSpPr txBox="1">
            <a:spLocks/>
          </p:cNvSpPr>
          <p:nvPr/>
        </p:nvSpPr>
        <p:spPr>
          <a:xfrm>
            <a:off x="4704800" y="1558400"/>
            <a:ext cx="7088400" cy="3741200"/>
          </a:xfrm>
          <a:prstGeom prst="rect">
            <a:avLst/>
          </a:prstGeom>
        </p:spPr>
        <p:txBody>
          <a:bodyPr spcFirstLastPara="1" wrap="square" lIns="121900" tIns="121900" rIns="121900" bIns="121900" anchor="ctr" anchorCtr="0">
            <a:normAutofit/>
          </a:bodyPr>
          <a:lstStyle>
            <a:lvl1pPr>
              <a:defRPr sz="3200" b="1" i="0">
                <a:solidFill>
                  <a:schemeClr val="tx1"/>
                </a:solidFill>
                <a:latin typeface="Tahoma"/>
                <a:ea typeface="+mj-ea"/>
                <a:cs typeface="Tahoma"/>
              </a:defRPr>
            </a:lvl1pPr>
          </a:lstStyle>
          <a:p>
            <a:r>
              <a:rPr lang="pt-BR" kern="0" dirty="0"/>
              <a:t>Governança PÚBLICO-PRIVADA</a:t>
            </a:r>
          </a:p>
        </p:txBody>
      </p:sp>
    </p:spTree>
    <p:extLst>
      <p:ext uri="{BB962C8B-B14F-4D97-AF65-F5344CB8AC3E}">
        <p14:creationId xmlns:p14="http://schemas.microsoft.com/office/powerpoint/2010/main" val="2047070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cs typeface="Calibri" panose="020F0502020204030204" pitchFamily="34" charset="0"/>
              </a:rPr>
              <a:t>Governança Corporativa nas relações Público - Privadas </a:t>
            </a:r>
            <a:endParaRPr sz="3200" b="1" dirty="0">
              <a:solidFill>
                <a:srgbClr val="FF0000"/>
              </a:solidFill>
              <a:latin typeface="Barlow" panose="00000500000000000000" pitchFamily="2" charset="0"/>
              <a:cs typeface="Calibri" panose="020F0502020204030204" pitchFamily="34" charset="0"/>
            </a:endParaRPr>
          </a:p>
        </p:txBody>
      </p:sp>
      <p:sp>
        <p:nvSpPr>
          <p:cNvPr id="46" name="Google Shape;46;p10"/>
          <p:cNvSpPr txBox="1">
            <a:spLocks noGrp="1"/>
          </p:cNvSpPr>
          <p:nvPr>
            <p:ph type="body" idx="1"/>
          </p:nvPr>
        </p:nvSpPr>
        <p:spPr>
          <a:xfrm>
            <a:off x="840000" y="2173574"/>
            <a:ext cx="11210486" cy="4203482"/>
          </a:xfrm>
          <a:prstGeom prst="rect">
            <a:avLst/>
          </a:prstGeom>
        </p:spPr>
        <p:txBody>
          <a:bodyPr spcFirstLastPara="1" wrap="square" lIns="121900" tIns="121900" rIns="121900" bIns="121900" anchor="t" anchorCtr="0">
            <a:noAutofit/>
          </a:bodyPr>
          <a:lstStyle/>
          <a:p>
            <a:pPr marL="457200" indent="-457200" algn="just">
              <a:lnSpc>
                <a:spcPct val="150000"/>
              </a:lnSpc>
            </a:pPr>
            <a:r>
              <a:rPr lang="pt-BR" sz="2800" dirty="0">
                <a:solidFill>
                  <a:schemeClr val="tx1"/>
                </a:solidFill>
                <a:latin typeface="Barlow" panose="00000500000000000000" pitchFamily="2" charset="0"/>
                <a:cs typeface="Calibri" panose="020F0502020204030204" pitchFamily="34" charset="0"/>
              </a:rPr>
              <a:t> Segundo </a:t>
            </a:r>
            <a:r>
              <a:rPr lang="pt-BR" sz="2800" dirty="0" err="1">
                <a:solidFill>
                  <a:schemeClr val="tx1"/>
                </a:solidFill>
                <a:latin typeface="Barlow" panose="00000500000000000000" pitchFamily="2" charset="0"/>
                <a:cs typeface="Calibri" panose="020F0502020204030204" pitchFamily="34" charset="0"/>
              </a:rPr>
              <a:t>Blok</a:t>
            </a:r>
            <a:r>
              <a:rPr lang="pt-BR" sz="2800" dirty="0">
                <a:solidFill>
                  <a:schemeClr val="tx1"/>
                </a:solidFill>
                <a:latin typeface="Barlow" panose="00000500000000000000" pitchFamily="2" charset="0"/>
                <a:cs typeface="Calibri" panose="020F0502020204030204" pitchFamily="34" charset="0"/>
              </a:rPr>
              <a:t> (2022, p. 311) :</a:t>
            </a:r>
          </a:p>
          <a:p>
            <a:pPr marL="0" indent="0" algn="just">
              <a:lnSpc>
                <a:spcPct val="150000"/>
              </a:lnSpc>
              <a:buNone/>
            </a:pPr>
            <a:endParaRPr lang="pt-BR" sz="2800" dirty="0">
              <a:solidFill>
                <a:schemeClr val="tx1"/>
              </a:solidFill>
              <a:latin typeface="Barlow" panose="00000500000000000000" pitchFamily="2" charset="0"/>
              <a:cs typeface="Calibri" panose="020F0502020204030204" pitchFamily="34" charset="0"/>
            </a:endParaRPr>
          </a:p>
          <a:p>
            <a:pPr marL="0" indent="0" algn="just">
              <a:lnSpc>
                <a:spcPct val="150000"/>
              </a:lnSpc>
              <a:buNone/>
            </a:pPr>
            <a:r>
              <a:rPr lang="pt-BR" sz="2800" dirty="0">
                <a:solidFill>
                  <a:schemeClr val="tx1"/>
                </a:solidFill>
                <a:latin typeface="Barlow" panose="00000500000000000000" pitchFamily="2" charset="0"/>
                <a:cs typeface="Calibri" panose="020F0502020204030204" pitchFamily="34" charset="0"/>
              </a:rPr>
              <a:t> A união entre Governança, Risco e Compliance, busca otimizar o trabalho da Administração Pública, de forma a garantir que a organização atenda as normas legais internas e externas.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rPr>
              <a:t>Marcos Históricos para Evolução da Governança na Adm. Pública</a:t>
            </a:r>
            <a:endParaRPr sz="3200" b="1" dirty="0">
              <a:latin typeface="Barlow" panose="00000500000000000000" pitchFamily="2" charset="0"/>
            </a:endParaRPr>
          </a:p>
        </p:txBody>
      </p:sp>
      <p:sp>
        <p:nvSpPr>
          <p:cNvPr id="46" name="Google Shape;46;p10"/>
          <p:cNvSpPr txBox="1">
            <a:spLocks noGrp="1"/>
          </p:cNvSpPr>
          <p:nvPr>
            <p:ph type="body" idx="1"/>
          </p:nvPr>
        </p:nvSpPr>
        <p:spPr>
          <a:xfrm>
            <a:off x="720000" y="1890488"/>
            <a:ext cx="11308000" cy="4424878"/>
          </a:xfrm>
          <a:prstGeom prst="rect">
            <a:avLst/>
          </a:prstGeom>
        </p:spPr>
        <p:txBody>
          <a:bodyPr spcFirstLastPara="1" wrap="square" lIns="121900" tIns="121900" rIns="121900" bIns="121900" anchor="t" anchorCtr="0">
            <a:noAutofit/>
          </a:bodyPr>
          <a:lstStyle/>
          <a:p>
            <a:pPr marL="457200" indent="-457200" algn="just"/>
            <a:r>
              <a:rPr lang="pt-BR" sz="2800" dirty="0"/>
              <a:t>Mensalão (2005)</a:t>
            </a:r>
          </a:p>
          <a:p>
            <a:pPr marL="457200" indent="-457200" algn="just"/>
            <a:endParaRPr lang="pt-BR" sz="2800" dirty="0"/>
          </a:p>
          <a:p>
            <a:pPr marL="457200" indent="-457200" algn="just"/>
            <a:r>
              <a:rPr lang="pt-BR" sz="2800" dirty="0" err="1"/>
              <a:t>Petrolão</a:t>
            </a:r>
            <a:r>
              <a:rPr lang="pt-BR" sz="2800" dirty="0"/>
              <a:t> (2005)</a:t>
            </a:r>
          </a:p>
          <a:p>
            <a:pPr marL="457200" indent="-457200" algn="just"/>
            <a:endParaRPr lang="pt-BR" sz="2800" dirty="0"/>
          </a:p>
          <a:p>
            <a:pPr marL="457200" indent="-457200" algn="just"/>
            <a:r>
              <a:rPr lang="pt-BR" sz="2800" dirty="0"/>
              <a:t>Lava Jato (2014) </a:t>
            </a:r>
          </a:p>
          <a:p>
            <a:pPr marL="457200" indent="-457200" algn="just"/>
            <a:endParaRPr lang="pt-BR" sz="2800" dirty="0"/>
          </a:p>
          <a:p>
            <a:pPr marL="457200" indent="-457200" algn="just"/>
            <a:r>
              <a:rPr lang="pt-BR" sz="2800" dirty="0" err="1"/>
              <a:t>Rachadinha</a:t>
            </a:r>
            <a:r>
              <a:rPr lang="pt-BR" sz="2800" dirty="0"/>
              <a:t> (2020)</a:t>
            </a:r>
          </a:p>
        </p:txBody>
      </p:sp>
    </p:spTree>
    <p:extLst>
      <p:ext uri="{BB962C8B-B14F-4D97-AF65-F5344CB8AC3E}">
        <p14:creationId xmlns:p14="http://schemas.microsoft.com/office/powerpoint/2010/main" val="5546356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dirty="0"/>
              <a:t>Legislações de Governança Pública</a:t>
            </a:r>
            <a:endParaRPr sz="3200" dirty="0"/>
          </a:p>
        </p:txBody>
      </p:sp>
      <p:sp>
        <p:nvSpPr>
          <p:cNvPr id="46" name="Google Shape;46;p10"/>
          <p:cNvSpPr txBox="1">
            <a:spLocks noGrp="1"/>
          </p:cNvSpPr>
          <p:nvPr>
            <p:ph type="body" idx="1"/>
          </p:nvPr>
        </p:nvSpPr>
        <p:spPr>
          <a:xfrm>
            <a:off x="720000" y="1890488"/>
            <a:ext cx="11308000" cy="4675204"/>
          </a:xfrm>
          <a:prstGeom prst="rect">
            <a:avLst/>
          </a:prstGeom>
        </p:spPr>
        <p:txBody>
          <a:bodyPr spcFirstLastPara="1" wrap="square" lIns="121900" tIns="121900" rIns="121900" bIns="121900" anchor="t" anchorCtr="0">
            <a:noAutofit/>
          </a:bodyPr>
          <a:lstStyle/>
          <a:p>
            <a:pPr marL="457200" indent="-457200" algn="just"/>
            <a:r>
              <a:rPr lang="pt-BR" sz="2800" dirty="0">
                <a:solidFill>
                  <a:schemeClr val="tx1"/>
                </a:solidFill>
                <a:latin typeface="Barlow" panose="00000500000000000000" pitchFamily="2" charset="0"/>
                <a:cs typeface="Calibri" panose="020F0502020204030204" pitchFamily="34" charset="0"/>
              </a:rPr>
              <a:t>Lei de Licitações e Contratos nº 8.666/1993 (doravante revogada pela Lei nº 14.13/2021);</a:t>
            </a:r>
          </a:p>
          <a:p>
            <a:pPr marL="457200" indent="-457200" algn="just"/>
            <a:endParaRPr lang="pt-BR" sz="2800" dirty="0">
              <a:solidFill>
                <a:schemeClr val="tx1"/>
              </a:solidFill>
              <a:latin typeface="Barlow" panose="00000500000000000000" pitchFamily="2" charset="0"/>
              <a:cs typeface="Calibri" panose="020F0502020204030204" pitchFamily="34" charset="0"/>
            </a:endParaRPr>
          </a:p>
          <a:p>
            <a:pPr marL="457200" indent="-457200" algn="just"/>
            <a:r>
              <a:rPr lang="pt-BR" sz="2800" dirty="0">
                <a:solidFill>
                  <a:schemeClr val="tx1"/>
                </a:solidFill>
                <a:latin typeface="Barlow" panose="00000500000000000000" pitchFamily="2" charset="0"/>
                <a:cs typeface="Calibri" panose="020F0502020204030204" pitchFamily="34" charset="0"/>
              </a:rPr>
              <a:t>Lei nº 13.303/2016 - Lei das Estatais;</a:t>
            </a:r>
          </a:p>
          <a:p>
            <a:pPr marL="457200" indent="-457200" algn="just"/>
            <a:endParaRPr lang="pt-BR" sz="2800" dirty="0">
              <a:solidFill>
                <a:schemeClr val="tx1"/>
              </a:solidFill>
              <a:latin typeface="Barlow" panose="00000500000000000000" pitchFamily="2" charset="0"/>
              <a:cs typeface="Calibri" panose="020F0502020204030204" pitchFamily="34" charset="0"/>
            </a:endParaRPr>
          </a:p>
          <a:p>
            <a:pPr marL="457200" indent="-457200" algn="just"/>
            <a:r>
              <a:rPr lang="pt-BR" sz="2800" dirty="0">
                <a:solidFill>
                  <a:schemeClr val="tx1"/>
                </a:solidFill>
                <a:latin typeface="Barlow" panose="00000500000000000000" pitchFamily="2" charset="0"/>
                <a:cs typeface="Calibri" panose="020F0502020204030204" pitchFamily="34" charset="0"/>
              </a:rPr>
              <a:t>Lei nº 12.846/2013 - Lei Anticorrupção;</a:t>
            </a:r>
          </a:p>
          <a:p>
            <a:pPr marL="457200" indent="-457200" algn="just"/>
            <a:endParaRPr lang="pt-BR" sz="2800" dirty="0">
              <a:solidFill>
                <a:schemeClr val="tx1"/>
              </a:solidFill>
              <a:latin typeface="Barlow" panose="00000500000000000000" pitchFamily="2" charset="0"/>
              <a:cs typeface="Calibri" panose="020F0502020204030204" pitchFamily="34" charset="0"/>
            </a:endParaRPr>
          </a:p>
          <a:p>
            <a:pPr marL="457200" indent="-457200" algn="just"/>
            <a:r>
              <a:rPr lang="pt-BR" sz="2800" dirty="0">
                <a:solidFill>
                  <a:schemeClr val="tx1"/>
                </a:solidFill>
                <a:latin typeface="Barlow" panose="00000500000000000000" pitchFamily="2" charset="0"/>
                <a:cs typeface="Calibri" panose="020F0502020204030204" pitchFamily="34" charset="0"/>
              </a:rPr>
              <a:t>Decreto nº 8.420/2015 – Regulamentou a Lei Anticorrupção</a:t>
            </a:r>
          </a:p>
        </p:txBody>
      </p:sp>
    </p:spTree>
    <p:extLst>
      <p:ext uri="{BB962C8B-B14F-4D97-AF65-F5344CB8AC3E}">
        <p14:creationId xmlns:p14="http://schemas.microsoft.com/office/powerpoint/2010/main" val="6073147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PONTOS PRINCIPAIS ABORDADOS NA AULA</a:t>
            </a:r>
            <a:endParaRPr sz="3200" dirty="0"/>
          </a:p>
        </p:txBody>
      </p:sp>
      <p:sp>
        <p:nvSpPr>
          <p:cNvPr id="52" name="Google Shape;52;p11"/>
          <p:cNvSpPr txBox="1">
            <a:spLocks noGrp="1"/>
          </p:cNvSpPr>
          <p:nvPr>
            <p:ph type="body" idx="1"/>
          </p:nvPr>
        </p:nvSpPr>
        <p:spPr>
          <a:xfrm>
            <a:off x="840000" y="1905479"/>
            <a:ext cx="11308000" cy="4454857"/>
          </a:xfrm>
          <a:prstGeom prst="rect">
            <a:avLst/>
          </a:prstGeom>
        </p:spPr>
        <p:txBody>
          <a:bodyPr spcFirstLastPara="1" wrap="square" lIns="121900" tIns="121900" rIns="121900" bIns="121900" anchor="t" anchorCtr="0">
            <a:noAutofit/>
          </a:bodyPr>
          <a:lstStyle/>
          <a:p>
            <a:pPr algn="just">
              <a:lnSpc>
                <a:spcPct val="150000"/>
              </a:lnSpc>
              <a:buSzPct val="75000"/>
              <a:buFont typeface="Arial" panose="020B0604020202020204" pitchFamily="34" charset="0"/>
              <a:buChar char="•"/>
            </a:pPr>
            <a:r>
              <a:rPr lang="pt-BR" sz="2800" dirty="0"/>
              <a:t>Objetivo da Governança nas Relações Público x Privadas;</a:t>
            </a:r>
          </a:p>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Marco Históricos de Corrupção que deu causa as inovações legislativas;</a:t>
            </a:r>
          </a:p>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Legislações de Governança no Setor Público.</a:t>
            </a:r>
            <a:endParaRPr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0;p9">
            <a:extLst>
              <a:ext uri="{FF2B5EF4-FFF2-40B4-BE49-F238E27FC236}">
                <a16:creationId xmlns:a16="http://schemas.microsoft.com/office/drawing/2014/main" id="{3E2161E5-C16C-73EF-9DED-3764DAB3C0FD}"/>
              </a:ext>
            </a:extLst>
          </p:cNvPr>
          <p:cNvSpPr txBox="1">
            <a:spLocks noGrp="1"/>
          </p:cNvSpPr>
          <p:nvPr>
            <p:ph type="title"/>
          </p:nvPr>
        </p:nvSpPr>
        <p:spPr>
          <a:xfrm>
            <a:off x="4419600" y="1219200"/>
            <a:ext cx="7380514" cy="3741200"/>
          </a:xfrm>
          <a:prstGeom prst="rect">
            <a:avLst/>
          </a:prstGeom>
        </p:spPr>
        <p:txBody>
          <a:bodyPr spcFirstLastPara="1" wrap="square" lIns="121900" tIns="121900" rIns="121900" bIns="121900" anchor="ctr" anchorCtr="0">
            <a:normAutofit/>
          </a:bodyPr>
          <a:lstStyle/>
          <a:p>
            <a:r>
              <a:rPr lang="pt-BR" sz="2400" i="1" dirty="0"/>
              <a:t>Teoria </a:t>
            </a:r>
            <a:r>
              <a:rPr lang="pt-BR" sz="2400" i="1" dirty="0" err="1"/>
              <a:t>Environment</a:t>
            </a:r>
            <a:r>
              <a:rPr lang="pt-BR" sz="2400" i="1" dirty="0"/>
              <a:t>, Social </a:t>
            </a:r>
            <a:r>
              <a:rPr lang="pt-BR" sz="2400" i="1" dirty="0" err="1"/>
              <a:t>and</a:t>
            </a:r>
            <a:r>
              <a:rPr lang="pt-BR" sz="2400" i="1" dirty="0"/>
              <a:t> Corporate Governance </a:t>
            </a:r>
            <a:r>
              <a:rPr lang="pt-BR" sz="2400" dirty="0"/>
              <a:t> ESG </a:t>
            </a:r>
            <a:endParaRPr sz="2400" dirty="0"/>
          </a:p>
        </p:txBody>
      </p:sp>
    </p:spTree>
    <p:extLst>
      <p:ext uri="{BB962C8B-B14F-4D97-AF65-F5344CB8AC3E}">
        <p14:creationId xmlns:p14="http://schemas.microsoft.com/office/powerpoint/2010/main" val="14524493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cs typeface="Calibri" panose="020F0502020204030204" pitchFamily="34" charset="0"/>
              </a:rPr>
              <a:t>Mas, o que é ESG ?</a:t>
            </a:r>
            <a:endParaRPr sz="3200" b="1" dirty="0">
              <a:solidFill>
                <a:srgbClr val="FF0000"/>
              </a:solidFill>
              <a:latin typeface="Barlow" panose="00000500000000000000" pitchFamily="2" charset="0"/>
              <a:cs typeface="Calibri" panose="020F0502020204030204" pitchFamily="34" charset="0"/>
            </a:endParaRPr>
          </a:p>
        </p:txBody>
      </p:sp>
      <p:sp>
        <p:nvSpPr>
          <p:cNvPr id="46" name="Google Shape;46;p10"/>
          <p:cNvSpPr txBox="1">
            <a:spLocks noGrp="1"/>
          </p:cNvSpPr>
          <p:nvPr>
            <p:ph type="body" idx="1"/>
          </p:nvPr>
        </p:nvSpPr>
        <p:spPr>
          <a:xfrm>
            <a:off x="840000" y="2173574"/>
            <a:ext cx="11210486" cy="4203482"/>
          </a:xfrm>
          <a:prstGeom prst="rect">
            <a:avLst/>
          </a:prstGeom>
        </p:spPr>
        <p:txBody>
          <a:bodyPr spcFirstLastPara="1" wrap="square" lIns="121900" tIns="121900" rIns="121900" bIns="121900" anchor="t" anchorCtr="0">
            <a:noAutofit/>
          </a:bodyPr>
          <a:lstStyle/>
          <a:p>
            <a:pPr marL="457200" indent="-457200" algn="just">
              <a:lnSpc>
                <a:spcPct val="150000"/>
              </a:lnSpc>
            </a:pPr>
            <a:r>
              <a:rPr lang="pt-BR" sz="2800" dirty="0">
                <a:solidFill>
                  <a:schemeClr val="tx1"/>
                </a:solidFill>
                <a:latin typeface="Barlow" panose="00000500000000000000" pitchFamily="2" charset="0"/>
                <a:cs typeface="Calibri" panose="020F0502020204030204" pitchFamily="34" charset="0"/>
              </a:rPr>
              <a:t>Refrete na importância da </a:t>
            </a:r>
            <a:r>
              <a:rPr lang="pt-BR" sz="2800" b="1" dirty="0">
                <a:solidFill>
                  <a:schemeClr val="tx1"/>
                </a:solidFill>
                <a:latin typeface="Barlow" panose="00000500000000000000" pitchFamily="2" charset="0"/>
                <a:cs typeface="Calibri" panose="020F0502020204030204" pitchFamily="34" charset="0"/>
              </a:rPr>
              <a:t>qualidade de vida </a:t>
            </a:r>
            <a:r>
              <a:rPr lang="pt-BR" sz="2800" dirty="0">
                <a:solidFill>
                  <a:schemeClr val="tx1"/>
                </a:solidFill>
                <a:latin typeface="Barlow" panose="00000500000000000000" pitchFamily="2" charset="0"/>
                <a:cs typeface="Calibri" panose="020F0502020204030204" pitchFamily="34" charset="0"/>
              </a:rPr>
              <a:t>e </a:t>
            </a:r>
            <a:r>
              <a:rPr lang="pt-BR" sz="2800" b="1" dirty="0">
                <a:solidFill>
                  <a:schemeClr val="tx1"/>
                </a:solidFill>
                <a:latin typeface="Barlow" panose="00000500000000000000" pitchFamily="2" charset="0"/>
                <a:cs typeface="Calibri" panose="020F0502020204030204" pitchFamily="34" charset="0"/>
              </a:rPr>
              <a:t>transparência</a:t>
            </a:r>
            <a:r>
              <a:rPr lang="pt-BR" sz="2800" dirty="0">
                <a:solidFill>
                  <a:schemeClr val="tx1"/>
                </a:solidFill>
                <a:latin typeface="Barlow" panose="00000500000000000000" pitchFamily="2" charset="0"/>
                <a:cs typeface="Calibri" panose="020F0502020204030204" pitchFamily="34" charset="0"/>
              </a:rPr>
              <a:t> nas decisões, no trato das ações institucionais, visando promover a continuidade, não só da saúde financeira da empresa, como também dos indivíduos nela inseridos, bem como o </a:t>
            </a:r>
            <a:r>
              <a:rPr lang="pt-BR" sz="2800" b="1" dirty="0">
                <a:solidFill>
                  <a:schemeClr val="tx1"/>
                </a:solidFill>
                <a:latin typeface="Barlow" panose="00000500000000000000" pitchFamily="2" charset="0"/>
                <a:cs typeface="Calibri" panose="020F0502020204030204" pitchFamily="34" charset="0"/>
              </a:rPr>
              <a:t>meio ambiente </a:t>
            </a:r>
            <a:r>
              <a:rPr lang="pt-BR" sz="2800" dirty="0">
                <a:solidFill>
                  <a:schemeClr val="tx1"/>
                </a:solidFill>
                <a:latin typeface="Barlow" panose="00000500000000000000" pitchFamily="2" charset="0"/>
                <a:cs typeface="Calibri" panose="020F0502020204030204" pitchFamily="34" charset="0"/>
              </a:rPr>
              <a:t>preservado para as </a:t>
            </a:r>
            <a:r>
              <a:rPr lang="pt-BR" sz="2800" b="1" dirty="0">
                <a:solidFill>
                  <a:schemeClr val="tx1"/>
                </a:solidFill>
                <a:latin typeface="Barlow" panose="00000500000000000000" pitchFamily="2" charset="0"/>
                <a:cs typeface="Calibri" panose="020F0502020204030204" pitchFamily="34" charset="0"/>
              </a:rPr>
              <a:t>próximas gerações</a:t>
            </a:r>
            <a:r>
              <a:rPr lang="pt-BR" sz="2800" dirty="0">
                <a:solidFill>
                  <a:schemeClr val="tx1"/>
                </a:solidFill>
                <a:latin typeface="Barlow" panose="00000500000000000000" pitchFamily="2" charset="0"/>
                <a:cs typeface="Calibri" panose="020F0502020204030204" pitchFamily="34" charset="0"/>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rPr>
              <a:t>Objetivos do ESG</a:t>
            </a:r>
            <a:endParaRPr sz="3200" b="1" dirty="0">
              <a:latin typeface="Barlow" panose="00000500000000000000" pitchFamily="2" charset="0"/>
            </a:endParaRPr>
          </a:p>
        </p:txBody>
      </p:sp>
      <p:sp>
        <p:nvSpPr>
          <p:cNvPr id="46" name="Google Shape;46;p10"/>
          <p:cNvSpPr txBox="1">
            <a:spLocks noGrp="1"/>
          </p:cNvSpPr>
          <p:nvPr>
            <p:ph type="body" idx="1"/>
          </p:nvPr>
        </p:nvSpPr>
        <p:spPr>
          <a:xfrm>
            <a:off x="720000" y="1890488"/>
            <a:ext cx="11308000" cy="4424878"/>
          </a:xfrm>
          <a:prstGeom prst="rect">
            <a:avLst/>
          </a:prstGeom>
        </p:spPr>
        <p:txBody>
          <a:bodyPr spcFirstLastPara="1" wrap="square" lIns="121900" tIns="121900" rIns="121900" bIns="121900" anchor="t" anchorCtr="0">
            <a:noAutofit/>
          </a:bodyPr>
          <a:lstStyle/>
          <a:p>
            <a:pPr marL="457200" indent="-457200" algn="just"/>
            <a:r>
              <a:rPr lang="pt-BR" sz="2800" b="1" i="1" dirty="0" err="1"/>
              <a:t>Environment</a:t>
            </a:r>
            <a:r>
              <a:rPr lang="pt-BR" sz="2800" b="1" i="1" dirty="0"/>
              <a:t>  </a:t>
            </a:r>
            <a:r>
              <a:rPr lang="pt-BR" sz="2800" b="1" dirty="0"/>
              <a:t>(Ambiental)</a:t>
            </a:r>
          </a:p>
          <a:p>
            <a:pPr marL="0" indent="0" algn="just">
              <a:buNone/>
            </a:pPr>
            <a:r>
              <a:rPr lang="pt-BR" sz="2800" i="1" dirty="0"/>
              <a:t>conservação do meio ambiente, aquecimento global e a emissão de carbono </a:t>
            </a:r>
          </a:p>
          <a:p>
            <a:pPr marL="0" indent="0" algn="just">
              <a:buNone/>
            </a:pPr>
            <a:endParaRPr lang="pt-BR" sz="2800" i="1" dirty="0"/>
          </a:p>
          <a:p>
            <a:pPr marL="457200" indent="-457200" algn="just"/>
            <a:r>
              <a:rPr lang="pt-BR" sz="2800" b="1" i="1" dirty="0"/>
              <a:t>Social </a:t>
            </a:r>
          </a:p>
          <a:p>
            <a:pPr marL="0" indent="0" algn="just">
              <a:buNone/>
            </a:pPr>
            <a:r>
              <a:rPr lang="pt-BR" sz="2800" i="1" dirty="0"/>
              <a:t>Relações interpessoais internas e relacionamento com a comunidade</a:t>
            </a:r>
          </a:p>
          <a:p>
            <a:pPr marL="0" indent="0" algn="just">
              <a:buNone/>
            </a:pPr>
            <a:endParaRPr lang="pt-BR" sz="2800" i="1" dirty="0"/>
          </a:p>
          <a:p>
            <a:pPr marL="457200" indent="-457200" algn="just"/>
            <a:r>
              <a:rPr lang="pt-BR" sz="2800" b="1" i="1" dirty="0"/>
              <a:t>Governance</a:t>
            </a:r>
          </a:p>
          <a:p>
            <a:pPr marL="0" indent="0" algn="just">
              <a:buNone/>
            </a:pPr>
            <a:r>
              <a:rPr lang="pt-BR" sz="2800" i="1" dirty="0"/>
              <a:t>conduta corporativa, a relação com governos, canal de denúncias</a:t>
            </a:r>
          </a:p>
        </p:txBody>
      </p:sp>
    </p:spTree>
    <p:extLst>
      <p:ext uri="{BB962C8B-B14F-4D97-AF65-F5344CB8AC3E}">
        <p14:creationId xmlns:p14="http://schemas.microsoft.com/office/powerpoint/2010/main" val="39674603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4DEF32-39E7-F09F-677F-4CFB247B5B4D}"/>
              </a:ext>
            </a:extLst>
          </p:cNvPr>
          <p:cNvSpPr>
            <a:spLocks noGrp="1"/>
          </p:cNvSpPr>
          <p:nvPr>
            <p:ph type="title"/>
          </p:nvPr>
        </p:nvSpPr>
        <p:spPr/>
        <p:txBody>
          <a:bodyPr/>
          <a:lstStyle/>
          <a:p>
            <a:r>
              <a:rPr lang="pt-BR" dirty="0"/>
              <a:t>Dados do mercado no que tange ESG</a:t>
            </a:r>
          </a:p>
        </p:txBody>
      </p:sp>
      <p:sp>
        <p:nvSpPr>
          <p:cNvPr id="3" name="Espaço Reservado para Texto 2">
            <a:extLst>
              <a:ext uri="{FF2B5EF4-FFF2-40B4-BE49-F238E27FC236}">
                <a16:creationId xmlns:a16="http://schemas.microsoft.com/office/drawing/2014/main" id="{A9D194C7-3402-2792-C774-EDC688B53A2D}"/>
              </a:ext>
            </a:extLst>
          </p:cNvPr>
          <p:cNvSpPr>
            <a:spLocks noGrp="1"/>
          </p:cNvSpPr>
          <p:nvPr>
            <p:ph type="body" idx="1"/>
          </p:nvPr>
        </p:nvSpPr>
        <p:spPr/>
        <p:txBody>
          <a:bodyPr/>
          <a:lstStyle/>
          <a:p>
            <a:r>
              <a:rPr lang="pt-BR" sz="2800" dirty="0"/>
              <a:t>95 % dos investidores </a:t>
            </a:r>
            <a:r>
              <a:rPr lang="pt-BR" sz="2800" dirty="0" err="1"/>
              <a:t>Millenniais</a:t>
            </a:r>
            <a:r>
              <a:rPr lang="pt-BR" sz="2800" dirty="0"/>
              <a:t> tem interesse em investimentos sustentáveis;</a:t>
            </a:r>
          </a:p>
          <a:p>
            <a:endParaRPr lang="pt-BR" sz="2800" dirty="0"/>
          </a:p>
          <a:p>
            <a:r>
              <a:rPr lang="pt-BR" sz="2800" dirty="0"/>
              <a:t>88% das empresas brasileiras preferem se relacionar com empresas que tenham diversidade em sua estrutura;</a:t>
            </a:r>
          </a:p>
          <a:p>
            <a:endParaRPr lang="pt-BR" sz="2800" dirty="0"/>
          </a:p>
          <a:p>
            <a:r>
              <a:rPr lang="pt-BR" sz="2800" dirty="0"/>
              <a:t>54% as sociedade considera transparência como uma das três qualidades mais importantes da empresa;</a:t>
            </a:r>
          </a:p>
        </p:txBody>
      </p:sp>
    </p:spTree>
    <p:extLst>
      <p:ext uri="{BB962C8B-B14F-4D97-AF65-F5344CB8AC3E}">
        <p14:creationId xmlns:p14="http://schemas.microsoft.com/office/powerpoint/2010/main" val="17786032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dirty="0"/>
              <a:t>Movimentações da ONU na busca pelo desenvolvimento Sustentável</a:t>
            </a:r>
            <a:endParaRPr sz="3200" dirty="0"/>
          </a:p>
        </p:txBody>
      </p:sp>
      <p:sp>
        <p:nvSpPr>
          <p:cNvPr id="46" name="Google Shape;46;p10"/>
          <p:cNvSpPr txBox="1">
            <a:spLocks noGrp="1"/>
          </p:cNvSpPr>
          <p:nvPr>
            <p:ph type="body" idx="1"/>
          </p:nvPr>
        </p:nvSpPr>
        <p:spPr>
          <a:xfrm>
            <a:off x="720000" y="1890488"/>
            <a:ext cx="11308000" cy="4675204"/>
          </a:xfrm>
          <a:prstGeom prst="rect">
            <a:avLst/>
          </a:prstGeom>
        </p:spPr>
        <p:txBody>
          <a:bodyPr spcFirstLastPara="1" wrap="square" lIns="121900" tIns="121900" rIns="121900" bIns="121900" anchor="t" anchorCtr="0">
            <a:noAutofit/>
          </a:bodyPr>
          <a:lstStyle/>
          <a:p>
            <a:pPr marL="457200" indent="-457200" algn="just">
              <a:buFont typeface="Arial" panose="020B0604020202020204" pitchFamily="34" charset="0"/>
              <a:buChar char="•"/>
            </a:pPr>
            <a:endParaRPr lang="pt-BR" sz="2800" dirty="0">
              <a:latin typeface="Barlow" panose="00000500000000000000" pitchFamily="2" charset="0"/>
              <a:cs typeface="Arial" panose="020B0604020202020204" pitchFamily="34" charset="0"/>
            </a:endParaRPr>
          </a:p>
          <a:p>
            <a:pPr marL="457200" indent="-457200" algn="just">
              <a:buFont typeface="Arial" panose="020B0604020202020204" pitchFamily="34" charset="0"/>
              <a:buChar char="•"/>
            </a:pPr>
            <a:r>
              <a:rPr lang="pt-BR" sz="2800" dirty="0">
                <a:latin typeface="Barlow" panose="00000500000000000000" pitchFamily="2" charset="0"/>
                <a:cs typeface="Arial" panose="020B0604020202020204" pitchFamily="34" charset="0"/>
              </a:rPr>
              <a:t>Pacto Global  - 2000 </a:t>
            </a:r>
          </a:p>
          <a:p>
            <a:pPr marL="457200" indent="-457200" algn="just">
              <a:buFont typeface="Arial" panose="020B0604020202020204" pitchFamily="34" charset="0"/>
              <a:buChar char="•"/>
            </a:pPr>
            <a:endParaRPr lang="pt-BR" sz="2800" dirty="0">
              <a:latin typeface="Barlow" panose="00000500000000000000" pitchFamily="2" charset="0"/>
              <a:cs typeface="Arial" panose="020B0604020202020204" pitchFamily="34" charset="0"/>
            </a:endParaRPr>
          </a:p>
          <a:p>
            <a:pPr marL="457200" indent="-457200" algn="just">
              <a:buFont typeface="Arial" panose="020B0604020202020204" pitchFamily="34" charset="0"/>
              <a:buChar char="•"/>
            </a:pPr>
            <a:r>
              <a:rPr lang="pt-BR" sz="2800" dirty="0">
                <a:latin typeface="Barlow" panose="00000500000000000000" pitchFamily="2" charset="0"/>
                <a:cs typeface="Arial" panose="020B0604020202020204" pitchFamily="34" charset="0"/>
              </a:rPr>
              <a:t>Objetivos de Desenvolvimento do Milênio - 2000 </a:t>
            </a:r>
          </a:p>
          <a:p>
            <a:pPr marL="457200" indent="-457200" algn="just">
              <a:buFont typeface="Arial" panose="020B0604020202020204" pitchFamily="34" charset="0"/>
              <a:buChar char="•"/>
            </a:pPr>
            <a:endParaRPr lang="pt-BR" sz="2800" dirty="0">
              <a:latin typeface="Barlow" panose="00000500000000000000" pitchFamily="2" charset="0"/>
              <a:cs typeface="Arial" panose="020B0604020202020204" pitchFamily="34" charset="0"/>
            </a:endParaRPr>
          </a:p>
          <a:p>
            <a:pPr marL="457200" indent="-457200" algn="just">
              <a:buFont typeface="Arial" panose="020B0604020202020204" pitchFamily="34" charset="0"/>
              <a:buChar char="•"/>
            </a:pPr>
            <a:r>
              <a:rPr lang="pt-BR" sz="2800" dirty="0">
                <a:latin typeface="Barlow" panose="00000500000000000000" pitchFamily="2" charset="0"/>
                <a:cs typeface="Arial" panose="020B0604020202020204" pitchFamily="34" charset="0"/>
              </a:rPr>
              <a:t>Agenda 2030 – 2015</a:t>
            </a:r>
          </a:p>
          <a:p>
            <a:pPr marL="457200" indent="-457200" algn="just">
              <a:buFont typeface="Arial" panose="020B0604020202020204" pitchFamily="34" charset="0"/>
              <a:buChar char="•"/>
            </a:pPr>
            <a:endParaRPr lang="pt-BR" sz="2800" dirty="0">
              <a:latin typeface="Barlow" panose="00000500000000000000" pitchFamily="2" charset="0"/>
              <a:cs typeface="Arial" panose="020B0604020202020204" pitchFamily="34" charset="0"/>
            </a:endParaRPr>
          </a:p>
        </p:txBody>
      </p:sp>
    </p:spTree>
    <p:extLst>
      <p:ext uri="{BB962C8B-B14F-4D97-AF65-F5344CB8AC3E}">
        <p14:creationId xmlns:p14="http://schemas.microsoft.com/office/powerpoint/2010/main" val="40178092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PONTOS PRINCIPAIS ABORDADOS NA AULA</a:t>
            </a:r>
            <a:endParaRPr sz="3200" dirty="0"/>
          </a:p>
        </p:txBody>
      </p:sp>
      <p:sp>
        <p:nvSpPr>
          <p:cNvPr id="52" name="Google Shape;52;p11"/>
          <p:cNvSpPr txBox="1">
            <a:spLocks noGrp="1"/>
          </p:cNvSpPr>
          <p:nvPr>
            <p:ph type="body" idx="1"/>
          </p:nvPr>
        </p:nvSpPr>
        <p:spPr>
          <a:xfrm>
            <a:off x="840000" y="1905479"/>
            <a:ext cx="11308000" cy="4454857"/>
          </a:xfrm>
          <a:prstGeom prst="rect">
            <a:avLst/>
          </a:prstGeom>
        </p:spPr>
        <p:txBody>
          <a:bodyPr spcFirstLastPara="1" wrap="square" lIns="121900" tIns="121900" rIns="121900" bIns="121900" anchor="t" anchorCtr="0">
            <a:noAutofit/>
          </a:bodyPr>
          <a:lstStyle/>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Conceito da ESG</a:t>
            </a:r>
          </a:p>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Movimentações da ONU sobre desenvolvimento sustentável</a:t>
            </a:r>
          </a:p>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Dados do mercado ESG</a:t>
            </a:r>
          </a:p>
          <a:p>
            <a:pPr algn="just">
              <a:lnSpc>
                <a:spcPct val="150000"/>
              </a:lnSpc>
              <a:buSzPct val="75000"/>
              <a:buFont typeface="Arial" panose="020B0604020202020204" pitchFamily="34" charset="0"/>
              <a:buChar char="•"/>
            </a:pPr>
            <a:endParaRPr sz="2800" dirty="0"/>
          </a:p>
        </p:txBody>
      </p:sp>
      <p:sp>
        <p:nvSpPr>
          <p:cNvPr id="2" name="Google Shape;40;p9">
            <a:extLst>
              <a:ext uri="{FF2B5EF4-FFF2-40B4-BE49-F238E27FC236}">
                <a16:creationId xmlns:a16="http://schemas.microsoft.com/office/drawing/2014/main" id="{866D3773-EC62-AFE9-8FF4-850E45C51E04}"/>
              </a:ext>
            </a:extLst>
          </p:cNvPr>
          <p:cNvSpPr txBox="1">
            <a:spLocks/>
          </p:cNvSpPr>
          <p:nvPr/>
        </p:nvSpPr>
        <p:spPr>
          <a:xfrm>
            <a:off x="4704800" y="1558400"/>
            <a:ext cx="7088400" cy="3741200"/>
          </a:xfrm>
          <a:prstGeom prst="rect">
            <a:avLst/>
          </a:prstGeom>
        </p:spPr>
        <p:txBody>
          <a:bodyPr spcFirstLastPara="1" wrap="square" lIns="121900" tIns="121900" rIns="121900" bIns="121900" anchor="ctr" anchorCtr="0">
            <a:normAutofit/>
          </a:bodyPr>
          <a:lstStyle>
            <a:lvl1pPr lvl="0">
              <a:spcBef>
                <a:spcPts val="0"/>
              </a:spcBef>
              <a:spcAft>
                <a:spcPts val="0"/>
              </a:spcAft>
              <a:buSzPts val="2000"/>
              <a:buFont typeface="Barlow SemiBold"/>
              <a:buNone/>
              <a:defRPr sz="2667" b="1" i="0">
                <a:solidFill>
                  <a:schemeClr val="tx1"/>
                </a:solidFill>
                <a:latin typeface="Barlow SemiBold"/>
                <a:ea typeface="Barlow SemiBold"/>
                <a:cs typeface="Barlow SemiBold"/>
                <a:sym typeface="Barlow SemiBol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pt-BR" kern="0"/>
              <a:t>GESTÃO DE RISCO </a:t>
            </a:r>
            <a:endParaRPr lang="pt-BR" kern="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40;p9">
            <a:extLst>
              <a:ext uri="{FF2B5EF4-FFF2-40B4-BE49-F238E27FC236}">
                <a16:creationId xmlns:a16="http://schemas.microsoft.com/office/drawing/2014/main" id="{1B4560AB-3B18-506C-A6D7-0E8D3C368C82}"/>
              </a:ext>
            </a:extLst>
          </p:cNvPr>
          <p:cNvSpPr txBox="1">
            <a:spLocks noGrp="1"/>
          </p:cNvSpPr>
          <p:nvPr>
            <p:ph type="title"/>
          </p:nvPr>
        </p:nvSpPr>
        <p:spPr>
          <a:xfrm>
            <a:off x="4704800" y="1558400"/>
            <a:ext cx="7088400" cy="3741200"/>
          </a:xfrm>
          <a:prstGeom prst="rect">
            <a:avLst/>
          </a:prstGeom>
        </p:spPr>
        <p:txBody>
          <a:bodyPr spcFirstLastPara="1" wrap="square" lIns="121900" tIns="121900" rIns="121900" bIns="121900" anchor="ctr" anchorCtr="0">
            <a:normAutofit/>
          </a:bodyPr>
          <a:lstStyle/>
          <a:p>
            <a:r>
              <a:rPr lang="pt-BR" dirty="0"/>
              <a:t>GESTÃO DE RISCO </a:t>
            </a:r>
          </a:p>
        </p:txBody>
      </p:sp>
    </p:spTree>
    <p:extLst>
      <p:ext uri="{BB962C8B-B14F-4D97-AF65-F5344CB8AC3E}">
        <p14:creationId xmlns:p14="http://schemas.microsoft.com/office/powerpoint/2010/main" val="38036075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cs typeface="Calibri" panose="020F0502020204030204" pitchFamily="34" charset="0"/>
              </a:rPr>
              <a:t>Conceitos de Riscos</a:t>
            </a:r>
            <a:endParaRPr sz="3200" b="1" dirty="0">
              <a:solidFill>
                <a:srgbClr val="FF0000"/>
              </a:solidFill>
              <a:latin typeface="Barlow" panose="00000500000000000000" pitchFamily="2" charset="0"/>
              <a:cs typeface="Calibri" panose="020F0502020204030204" pitchFamily="34" charset="0"/>
            </a:endParaRPr>
          </a:p>
        </p:txBody>
      </p:sp>
      <p:sp>
        <p:nvSpPr>
          <p:cNvPr id="46" name="Google Shape;46;p10"/>
          <p:cNvSpPr txBox="1">
            <a:spLocks noGrp="1"/>
          </p:cNvSpPr>
          <p:nvPr>
            <p:ph type="body" idx="1"/>
          </p:nvPr>
        </p:nvSpPr>
        <p:spPr>
          <a:xfrm>
            <a:off x="840000" y="2173574"/>
            <a:ext cx="11210486" cy="4203482"/>
          </a:xfrm>
          <a:prstGeom prst="rect">
            <a:avLst/>
          </a:prstGeom>
        </p:spPr>
        <p:txBody>
          <a:bodyPr spcFirstLastPara="1" wrap="square" lIns="121900" tIns="121900" rIns="121900" bIns="121900" anchor="t" anchorCtr="0">
            <a:noAutofit/>
          </a:bodyPr>
          <a:lstStyle/>
          <a:p>
            <a:pPr marL="457200" indent="-457200" algn="just">
              <a:lnSpc>
                <a:spcPct val="150000"/>
              </a:lnSpc>
            </a:pPr>
            <a:r>
              <a:rPr lang="pt-BR" sz="2800" dirty="0">
                <a:solidFill>
                  <a:schemeClr val="tx1"/>
                </a:solidFill>
                <a:latin typeface="Barlow" panose="00000500000000000000" pitchFamily="2" charset="0"/>
                <a:cs typeface="Calibri" panose="020F0502020204030204" pitchFamily="34" charset="0"/>
              </a:rPr>
              <a:t>“possibilidade de algo não dar certo, mas seu conceito atual envolve </a:t>
            </a:r>
            <a:r>
              <a:rPr lang="pt-BR" sz="2800" b="1" dirty="0">
                <a:solidFill>
                  <a:schemeClr val="tx1"/>
                </a:solidFill>
                <a:latin typeface="Barlow" panose="00000500000000000000" pitchFamily="2" charset="0"/>
                <a:cs typeface="Calibri" panose="020F0502020204030204" pitchFamily="34" charset="0"/>
              </a:rPr>
              <a:t>a quantificação e a qualificação da incerteza</a:t>
            </a:r>
            <a:r>
              <a:rPr lang="pt-BR" sz="2800" dirty="0">
                <a:solidFill>
                  <a:schemeClr val="tx1"/>
                </a:solidFill>
                <a:latin typeface="Barlow" panose="00000500000000000000" pitchFamily="2" charset="0"/>
                <a:cs typeface="Calibri" panose="020F0502020204030204" pitchFamily="34" charset="0"/>
              </a:rPr>
              <a:t>, tanto no que diz respeito às perdas como aos ganhos, com relação ao rumo dos acontecimentos planejados”. </a:t>
            </a:r>
          </a:p>
          <a:p>
            <a:pPr marL="457200" indent="-457200" algn="just">
              <a:lnSpc>
                <a:spcPct val="150000"/>
              </a:lnSpc>
            </a:pPr>
            <a:endParaRPr lang="pt-BR" sz="2800" dirty="0">
              <a:solidFill>
                <a:schemeClr val="tx1"/>
              </a:solidFill>
              <a:latin typeface="Barlow" panose="00000500000000000000" pitchFamily="2" charset="0"/>
              <a:cs typeface="Calibri" panose="020F0502020204030204" pitchFamily="34" charset="0"/>
            </a:endParaRPr>
          </a:p>
          <a:p>
            <a:pPr marL="0" indent="0" algn="r">
              <a:lnSpc>
                <a:spcPct val="150000"/>
              </a:lnSpc>
              <a:buNone/>
            </a:pPr>
            <a:r>
              <a:rPr lang="pt-BR" sz="2800" dirty="0">
                <a:solidFill>
                  <a:schemeClr val="tx1"/>
                </a:solidFill>
                <a:latin typeface="Barlow" panose="00000500000000000000" pitchFamily="2" charset="0"/>
                <a:cs typeface="Calibri" panose="020F0502020204030204" pitchFamily="34" charset="0"/>
              </a:rPr>
              <a:t>Assi (2018, p. 98)</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rPr>
              <a:t>Gestão de Riscos</a:t>
            </a:r>
            <a:endParaRPr sz="3200" b="1" dirty="0">
              <a:latin typeface="Barlow" panose="00000500000000000000" pitchFamily="2" charset="0"/>
            </a:endParaRPr>
          </a:p>
        </p:txBody>
      </p:sp>
      <p:sp>
        <p:nvSpPr>
          <p:cNvPr id="46" name="Google Shape;46;p10"/>
          <p:cNvSpPr txBox="1">
            <a:spLocks noGrp="1"/>
          </p:cNvSpPr>
          <p:nvPr>
            <p:ph type="body" idx="1"/>
          </p:nvPr>
        </p:nvSpPr>
        <p:spPr>
          <a:xfrm>
            <a:off x="720000" y="1890488"/>
            <a:ext cx="5746114" cy="4424878"/>
          </a:xfrm>
          <a:prstGeom prst="rect">
            <a:avLst/>
          </a:prstGeom>
        </p:spPr>
        <p:txBody>
          <a:bodyPr spcFirstLastPara="1" wrap="square" lIns="121900" tIns="121900" rIns="121900" bIns="121900" anchor="t" anchorCtr="0">
            <a:noAutofit/>
          </a:bodyPr>
          <a:lstStyle/>
          <a:p>
            <a:pPr marL="0" indent="0" algn="just">
              <a:buNone/>
            </a:pPr>
            <a:endParaRPr lang="pt-BR" sz="2800" dirty="0">
              <a:effectLst/>
              <a:latin typeface="Barlow" panose="00000500000000000000" pitchFamily="2" charset="0"/>
              <a:ea typeface="Times New Roman" panose="02020603050405020304" pitchFamily="18" charset="0"/>
              <a:cs typeface="Times New Roman" panose="02020603050405020304" pitchFamily="18" charset="0"/>
            </a:endParaRPr>
          </a:p>
          <a:p>
            <a:pPr marL="0" indent="0" algn="just">
              <a:buNone/>
            </a:pPr>
            <a:endParaRPr lang="pt-BR" sz="2800" dirty="0">
              <a:latin typeface="Barlow" panose="00000500000000000000" pitchFamily="2" charset="0"/>
              <a:ea typeface="Times New Roman" panose="02020603050405020304" pitchFamily="18" charset="0"/>
              <a:cs typeface="Times New Roman" panose="02020603050405020304" pitchFamily="18" charset="0"/>
            </a:endParaRPr>
          </a:p>
          <a:p>
            <a:pPr marL="0" indent="0" algn="just">
              <a:buNone/>
            </a:pPr>
            <a:r>
              <a:rPr lang="pt-BR" sz="2800" dirty="0">
                <a:effectLst/>
                <a:latin typeface="Barlow" panose="00000500000000000000" pitchFamily="2" charset="0"/>
                <a:ea typeface="Times New Roman" panose="02020603050405020304" pitchFamily="18" charset="0"/>
                <a:cs typeface="Times New Roman" panose="02020603050405020304" pitchFamily="18" charset="0"/>
              </a:rPr>
              <a:t>Os riscos a que a organização está sujeita devem ser gerenciados para subsidiar a tomada </a:t>
            </a:r>
            <a:r>
              <a:rPr lang="pt-BR" sz="2800" dirty="0">
                <a:latin typeface="Barlow" panose="00000500000000000000" pitchFamily="2" charset="0"/>
                <a:cs typeface="Times New Roman" panose="02020603050405020304" pitchFamily="18" charset="0"/>
              </a:rPr>
              <a:t>de decisão.</a:t>
            </a:r>
          </a:p>
        </p:txBody>
      </p:sp>
      <p:graphicFrame>
        <p:nvGraphicFramePr>
          <p:cNvPr id="5" name="Diagrama 4">
            <a:extLst>
              <a:ext uri="{FF2B5EF4-FFF2-40B4-BE49-F238E27FC236}">
                <a16:creationId xmlns:a16="http://schemas.microsoft.com/office/drawing/2014/main" id="{03C5D294-3E4F-A385-BD5C-DDDA45C658DC}"/>
              </a:ext>
            </a:extLst>
          </p:cNvPr>
          <p:cNvGraphicFramePr/>
          <p:nvPr/>
        </p:nvGraphicFramePr>
        <p:xfrm>
          <a:off x="6836229" y="2286001"/>
          <a:ext cx="4635771" cy="38334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213887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dirty="0"/>
              <a:t>Gestão de Riscos na </a:t>
            </a:r>
            <a:br>
              <a:rPr lang="pt-BR" sz="3200" dirty="0"/>
            </a:br>
            <a:r>
              <a:rPr lang="pt-BR" sz="3200" dirty="0"/>
              <a:t>Governança Corporativa</a:t>
            </a:r>
            <a:endParaRPr sz="3200" dirty="0"/>
          </a:p>
        </p:txBody>
      </p:sp>
      <p:sp>
        <p:nvSpPr>
          <p:cNvPr id="46" name="Google Shape;46;p10"/>
          <p:cNvSpPr txBox="1">
            <a:spLocks noGrp="1"/>
          </p:cNvSpPr>
          <p:nvPr>
            <p:ph type="body" idx="1"/>
          </p:nvPr>
        </p:nvSpPr>
        <p:spPr>
          <a:xfrm>
            <a:off x="720000" y="1890488"/>
            <a:ext cx="11308000" cy="4675204"/>
          </a:xfrm>
          <a:prstGeom prst="rect">
            <a:avLst/>
          </a:prstGeom>
        </p:spPr>
        <p:txBody>
          <a:bodyPr spcFirstLastPara="1" wrap="square" lIns="121900" tIns="121900" rIns="121900" bIns="121900" anchor="t" anchorCtr="0">
            <a:noAutofit/>
          </a:bodyPr>
          <a:lstStyle/>
          <a:p>
            <a:pPr marL="0" indent="0" algn="just">
              <a:buNone/>
            </a:pPr>
            <a:endParaRPr lang="pt-BR" sz="2800" dirty="0">
              <a:solidFill>
                <a:schemeClr val="tx1"/>
              </a:solidFill>
              <a:latin typeface="Barlow" panose="00000500000000000000" pitchFamily="2" charset="0"/>
              <a:cs typeface="Calibri" panose="020F0502020204030204" pitchFamily="34" charset="0"/>
            </a:endParaRPr>
          </a:p>
          <a:p>
            <a:pPr marL="0" indent="0" algn="just">
              <a:buNone/>
            </a:pPr>
            <a:r>
              <a:rPr lang="pt-BR" sz="2800" i="1" dirty="0">
                <a:effectLst/>
                <a:latin typeface="Barlow" panose="00000500000000000000" pitchFamily="2" charset="0"/>
                <a:ea typeface="Times New Roman" panose="02020603050405020304" pitchFamily="18" charset="0"/>
                <a:cs typeface="Arial" panose="020B0604020202020204" pitchFamily="34" charset="0"/>
              </a:rPr>
              <a:t>O gerenciamento de riscos corporativos permite que as empresas possuam uma característica proativa quanto as incertezas e vulnerabilidades, buscando reduzir o impacto em perdas e aumentar sua probabilidade de sucesso.</a:t>
            </a:r>
            <a:endParaRPr lang="pt-BR" sz="2800" i="1" dirty="0">
              <a:solidFill>
                <a:schemeClr val="tx1"/>
              </a:solidFill>
              <a:latin typeface="Barlow" panose="00000500000000000000" pitchFamily="2" charset="0"/>
              <a:cs typeface="Arial" panose="020B0604020202020204" pitchFamily="34" charset="0"/>
            </a:endParaRPr>
          </a:p>
          <a:p>
            <a:pPr marL="0" indent="0" algn="just">
              <a:buNone/>
            </a:pPr>
            <a:endParaRPr lang="pt-BR" sz="2800" dirty="0">
              <a:solidFill>
                <a:schemeClr val="tx1"/>
              </a:solidFill>
              <a:latin typeface="Barlow" panose="00000500000000000000" pitchFamily="2" charset="0"/>
              <a:cs typeface="Calibri" panose="020F0502020204030204" pitchFamily="34" charset="0"/>
            </a:endParaRPr>
          </a:p>
          <a:p>
            <a:pPr marL="0" indent="0" algn="just">
              <a:buNone/>
            </a:pPr>
            <a:endParaRPr lang="pt-BR" sz="2800" dirty="0">
              <a:solidFill>
                <a:schemeClr val="tx1"/>
              </a:solidFill>
              <a:latin typeface="Barlow" panose="00000500000000000000" pitchFamily="2" charset="0"/>
              <a:cs typeface="Calibri" panose="020F0502020204030204" pitchFamily="34" charset="0"/>
            </a:endParaRPr>
          </a:p>
          <a:p>
            <a:pPr marL="0" indent="0" algn="r">
              <a:buNone/>
            </a:pPr>
            <a:r>
              <a:rPr lang="pt-BR" sz="2800" i="1" dirty="0">
                <a:effectLst/>
                <a:latin typeface="Barlow" panose="00000500000000000000" pitchFamily="2" charset="0"/>
                <a:ea typeface="Times New Roman" panose="02020603050405020304" pitchFamily="18" charset="0"/>
                <a:cs typeface="Arial" panose="020B0604020202020204" pitchFamily="34" charset="0"/>
              </a:rPr>
              <a:t>BLOK (2020)</a:t>
            </a:r>
            <a:endParaRPr lang="pt-BR" sz="2800" dirty="0">
              <a:solidFill>
                <a:schemeClr val="tx1"/>
              </a:solidFill>
              <a:latin typeface="Barlow" panose="00000500000000000000" pitchFamily="2" charset="0"/>
              <a:cs typeface="Calibri" panose="020F0502020204030204" pitchFamily="34" charset="0"/>
            </a:endParaRPr>
          </a:p>
        </p:txBody>
      </p:sp>
    </p:spTree>
    <p:extLst>
      <p:ext uri="{BB962C8B-B14F-4D97-AF65-F5344CB8AC3E}">
        <p14:creationId xmlns:p14="http://schemas.microsoft.com/office/powerpoint/2010/main" val="15128834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PONTOS PRINCIPAIS ABORDADOS NA AULA</a:t>
            </a:r>
            <a:endParaRPr sz="3200" dirty="0"/>
          </a:p>
        </p:txBody>
      </p:sp>
      <p:sp>
        <p:nvSpPr>
          <p:cNvPr id="52" name="Google Shape;52;p11"/>
          <p:cNvSpPr txBox="1">
            <a:spLocks noGrp="1"/>
          </p:cNvSpPr>
          <p:nvPr>
            <p:ph type="body" idx="1"/>
          </p:nvPr>
        </p:nvSpPr>
        <p:spPr>
          <a:xfrm>
            <a:off x="839999" y="1905479"/>
            <a:ext cx="11068971" cy="4454857"/>
          </a:xfrm>
          <a:prstGeom prst="rect">
            <a:avLst/>
          </a:prstGeom>
        </p:spPr>
        <p:txBody>
          <a:bodyPr spcFirstLastPara="1" wrap="square" lIns="121900" tIns="121900" rIns="121900" bIns="121900" anchor="t" anchorCtr="0">
            <a:noAutofit/>
          </a:bodyPr>
          <a:lstStyle/>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Conceito de riscos dentro de uma organização;</a:t>
            </a:r>
          </a:p>
          <a:p>
            <a:pPr algn="just">
              <a:lnSpc>
                <a:spcPct val="150000"/>
              </a:lnSpc>
              <a:buSzPct val="75000"/>
              <a:buFont typeface="Arial" panose="020B0604020202020204" pitchFamily="34" charset="0"/>
              <a:buChar char="•"/>
            </a:pPr>
            <a:r>
              <a:rPr lang="pt-BR" sz="2800" dirty="0"/>
              <a:t>Influências dos riscos exógenos e endógenas causados pelos riscos de uma organização;</a:t>
            </a:r>
          </a:p>
          <a:p>
            <a:pPr algn="just">
              <a:lnSpc>
                <a:spcPct val="150000"/>
              </a:lnSpc>
              <a:buSzPct val="75000"/>
              <a:buFont typeface="Arial" panose="020B0604020202020204" pitchFamily="34" charset="0"/>
              <a:buChar char="•"/>
            </a:pPr>
            <a:r>
              <a:rPr lang="pt-BR" sz="2800" dirty="0"/>
              <a:t>Gestão de Riscos como ferramenta de gestão, observadas as </a:t>
            </a:r>
            <a:r>
              <a:rPr lang="pt-BR" sz="2800"/>
              <a:t>legislações vigentes.</a:t>
            </a:r>
            <a:endParaRPr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0;p9">
            <a:extLst>
              <a:ext uri="{FF2B5EF4-FFF2-40B4-BE49-F238E27FC236}">
                <a16:creationId xmlns:a16="http://schemas.microsoft.com/office/drawing/2014/main" id="{26E66BC9-42FD-23A9-F218-095C4A12B4D4}"/>
              </a:ext>
            </a:extLst>
          </p:cNvPr>
          <p:cNvSpPr txBox="1">
            <a:spLocks noGrp="1"/>
          </p:cNvSpPr>
          <p:nvPr>
            <p:ph type="title"/>
          </p:nvPr>
        </p:nvSpPr>
        <p:spPr>
          <a:xfrm>
            <a:off x="4704800" y="1558400"/>
            <a:ext cx="7088400" cy="3741200"/>
          </a:xfrm>
          <a:prstGeom prst="rect">
            <a:avLst/>
          </a:prstGeom>
        </p:spPr>
        <p:txBody>
          <a:bodyPr spcFirstLastPara="1" wrap="square" lIns="121900" tIns="121900" rIns="121900" bIns="121900" anchor="ctr" anchorCtr="0">
            <a:normAutofit/>
          </a:bodyPr>
          <a:lstStyle/>
          <a:p>
            <a:pPr algn="ctr"/>
            <a:r>
              <a:rPr lang="pt-BR" dirty="0"/>
              <a:t>Fiscalização e Controle como Ferramenta de Gestão de Riscos</a:t>
            </a:r>
          </a:p>
        </p:txBody>
      </p:sp>
    </p:spTree>
    <p:extLst>
      <p:ext uri="{BB962C8B-B14F-4D97-AF65-F5344CB8AC3E}">
        <p14:creationId xmlns:p14="http://schemas.microsoft.com/office/powerpoint/2010/main" val="6958974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600" dirty="0"/>
              <a:t>Fiscalização e Controle como Ferramenta de Gestão de Riscos</a:t>
            </a:r>
            <a:endParaRPr sz="3200" b="1" dirty="0">
              <a:solidFill>
                <a:srgbClr val="FF0000"/>
              </a:solidFill>
              <a:latin typeface="Barlow" panose="00000500000000000000" pitchFamily="2" charset="0"/>
              <a:cs typeface="Calibri" panose="020F0502020204030204" pitchFamily="34" charset="0"/>
            </a:endParaRPr>
          </a:p>
        </p:txBody>
      </p:sp>
      <p:sp>
        <p:nvSpPr>
          <p:cNvPr id="46" name="Google Shape;46;p10"/>
          <p:cNvSpPr txBox="1">
            <a:spLocks noGrp="1"/>
          </p:cNvSpPr>
          <p:nvPr>
            <p:ph type="body" idx="1"/>
          </p:nvPr>
        </p:nvSpPr>
        <p:spPr>
          <a:xfrm>
            <a:off x="840000" y="2173574"/>
            <a:ext cx="11210486" cy="4203482"/>
          </a:xfrm>
          <a:prstGeom prst="rect">
            <a:avLst/>
          </a:prstGeom>
        </p:spPr>
        <p:txBody>
          <a:bodyPr spcFirstLastPara="1" wrap="square" lIns="121900" tIns="121900" rIns="121900" bIns="121900" anchor="t" anchorCtr="0">
            <a:noAutofit/>
          </a:bodyPr>
          <a:lstStyle/>
          <a:p>
            <a:pPr marL="457200" indent="-457200" algn="just">
              <a:lnSpc>
                <a:spcPct val="150000"/>
              </a:lnSpc>
            </a:pPr>
            <a:r>
              <a:rPr lang="pt-BR" sz="2800" dirty="0">
                <a:solidFill>
                  <a:schemeClr val="tx1"/>
                </a:solidFill>
                <a:latin typeface="Barlow" panose="00000500000000000000" pitchFamily="2" charset="0"/>
                <a:cs typeface="Calibri" panose="020F0502020204030204" pitchFamily="34" charset="0"/>
              </a:rPr>
              <a:t>Lei nº 12.846/2013 - Lei das Empresas Estatais exige expressamente a elaboração e divulgação de seus respectivos códigos de conduta e integridade. </a:t>
            </a:r>
          </a:p>
          <a:p>
            <a:pPr marL="457200" indent="-457200" algn="just">
              <a:lnSpc>
                <a:spcPct val="150000"/>
              </a:lnSpc>
            </a:pPr>
            <a:endParaRPr lang="pt-BR" sz="2800" dirty="0">
              <a:solidFill>
                <a:schemeClr val="tx1"/>
              </a:solidFill>
              <a:latin typeface="Barlow" panose="00000500000000000000" pitchFamily="2" charset="0"/>
              <a:cs typeface="Calibri" panose="020F0502020204030204" pitchFamily="34" charset="0"/>
            </a:endParaRPr>
          </a:p>
          <a:p>
            <a:pPr marL="0" indent="0" algn="ctr">
              <a:lnSpc>
                <a:spcPct val="150000"/>
              </a:lnSpc>
              <a:buNone/>
            </a:pPr>
            <a:r>
              <a:rPr lang="pt-BR" sz="2800" dirty="0">
                <a:solidFill>
                  <a:schemeClr val="tx1"/>
                </a:solidFill>
                <a:latin typeface="Barlow" panose="00000500000000000000" pitchFamily="2" charset="0"/>
                <a:cs typeface="Calibri" panose="020F0502020204030204" pitchFamily="34" charset="0"/>
              </a:rPr>
              <a:t>mapeamento de riscos        identificação das normas legais</a:t>
            </a:r>
          </a:p>
        </p:txBody>
      </p:sp>
      <p:sp>
        <p:nvSpPr>
          <p:cNvPr id="2" name="Seta: Divisa 1">
            <a:extLst>
              <a:ext uri="{FF2B5EF4-FFF2-40B4-BE49-F238E27FC236}">
                <a16:creationId xmlns:a16="http://schemas.microsoft.com/office/drawing/2014/main" id="{D25E82C4-1627-92C4-F098-769729AAEC97}"/>
              </a:ext>
            </a:extLst>
          </p:cNvPr>
          <p:cNvSpPr/>
          <p:nvPr/>
        </p:nvSpPr>
        <p:spPr>
          <a:xfrm>
            <a:off x="5525226" y="4944795"/>
            <a:ext cx="417342" cy="682282"/>
          </a:xfrm>
          <a:prstGeom prst="chevron">
            <a:avLst/>
          </a:prstGeom>
          <a:solidFill>
            <a:srgbClr val="CC3399"/>
          </a:solidFill>
          <a:ln>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pt-BR" dirty="0">
              <a:ln>
                <a:solidFill>
                  <a:srgbClr val="CC3399"/>
                </a:solidFill>
              </a:ln>
              <a:solidFill>
                <a:srgbClr val="CC3399"/>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rPr>
              <a:t>Ferramentas de Fiscalização e Controle na Gestão de Riscos</a:t>
            </a:r>
          </a:p>
        </p:txBody>
      </p:sp>
      <p:sp>
        <p:nvSpPr>
          <p:cNvPr id="46" name="Google Shape;46;p10"/>
          <p:cNvSpPr txBox="1">
            <a:spLocks noGrp="1"/>
          </p:cNvSpPr>
          <p:nvPr>
            <p:ph type="body" idx="1"/>
          </p:nvPr>
        </p:nvSpPr>
        <p:spPr>
          <a:xfrm>
            <a:off x="720000" y="1890488"/>
            <a:ext cx="11123657" cy="4424878"/>
          </a:xfrm>
          <a:prstGeom prst="rect">
            <a:avLst/>
          </a:prstGeom>
        </p:spPr>
        <p:txBody>
          <a:bodyPr spcFirstLastPara="1" wrap="square" lIns="121900" tIns="121900" rIns="121900" bIns="121900" anchor="t" anchorCtr="0">
            <a:noAutofit/>
          </a:bodyPr>
          <a:lstStyle/>
          <a:p>
            <a:pPr marL="457200" indent="-457200" algn="just"/>
            <a:r>
              <a:rPr lang="pt-BR" sz="2800" dirty="0"/>
              <a:t>Código de Conduta</a:t>
            </a:r>
          </a:p>
          <a:p>
            <a:pPr marL="457200" indent="-457200" algn="just"/>
            <a:endParaRPr lang="pt-BR" sz="2800" dirty="0"/>
          </a:p>
          <a:p>
            <a:pPr marL="457200" indent="-457200" algn="just"/>
            <a:r>
              <a:rPr lang="pt-BR" sz="2800" dirty="0"/>
              <a:t>Auditoria Interna</a:t>
            </a:r>
          </a:p>
          <a:p>
            <a:pPr marL="457200" indent="-457200" algn="just"/>
            <a:endParaRPr lang="pt-BR" sz="2800" dirty="0"/>
          </a:p>
          <a:p>
            <a:pPr marL="457200" indent="-457200" algn="just"/>
            <a:r>
              <a:rPr lang="pt-BR" sz="2800" dirty="0"/>
              <a:t>Controle Interno</a:t>
            </a:r>
          </a:p>
          <a:p>
            <a:pPr marL="457200" indent="-457200" algn="just"/>
            <a:endParaRPr lang="pt-BR" sz="2800" dirty="0"/>
          </a:p>
          <a:p>
            <a:pPr marL="0" indent="0" algn="ctr">
              <a:buNone/>
            </a:pPr>
            <a:endParaRPr lang="pt-BR" sz="2800" dirty="0"/>
          </a:p>
          <a:p>
            <a:pPr marL="0" indent="0" algn="ctr">
              <a:buNone/>
            </a:pPr>
            <a:endParaRPr lang="pt-BR" sz="2800" dirty="0"/>
          </a:p>
          <a:p>
            <a:pPr marL="0" indent="0" algn="r">
              <a:buNone/>
            </a:pPr>
            <a:r>
              <a:rPr lang="pt-BR" sz="2800" dirty="0"/>
              <a:t>           </a:t>
            </a:r>
            <a:r>
              <a:rPr lang="pt-BR" sz="2800" i="1" dirty="0"/>
              <a:t>Direito                     Administração</a:t>
            </a:r>
          </a:p>
        </p:txBody>
      </p:sp>
      <p:pic>
        <p:nvPicPr>
          <p:cNvPr id="1028" name="Picture 4" descr="12 ideias de Balanças | símbolo do direito, balança direito, simbolo da  justiça">
            <a:extLst>
              <a:ext uri="{FF2B5EF4-FFF2-40B4-BE49-F238E27FC236}">
                <a16:creationId xmlns:a16="http://schemas.microsoft.com/office/drawing/2014/main" id="{76AEAD6F-1FB4-86E8-6A71-6885D6553D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8159" y="4473907"/>
            <a:ext cx="1973947" cy="1552630"/>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23920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dirty="0"/>
              <a:t>Fiscalização e Controle na Gestão de Riscos</a:t>
            </a:r>
            <a:endParaRPr sz="3200" dirty="0"/>
          </a:p>
        </p:txBody>
      </p:sp>
      <p:sp>
        <p:nvSpPr>
          <p:cNvPr id="46" name="Google Shape;46;p10"/>
          <p:cNvSpPr txBox="1">
            <a:spLocks noGrp="1"/>
          </p:cNvSpPr>
          <p:nvPr>
            <p:ph type="body" idx="1"/>
          </p:nvPr>
        </p:nvSpPr>
        <p:spPr>
          <a:xfrm>
            <a:off x="720000" y="1890488"/>
            <a:ext cx="11308000" cy="4675204"/>
          </a:xfrm>
          <a:prstGeom prst="rect">
            <a:avLst/>
          </a:prstGeom>
        </p:spPr>
        <p:txBody>
          <a:bodyPr spcFirstLastPara="1" wrap="square" lIns="121900" tIns="121900" rIns="121900" bIns="121900" anchor="t" anchorCtr="0">
            <a:noAutofit/>
          </a:bodyPr>
          <a:lstStyle/>
          <a:p>
            <a:pPr marL="0" indent="0" algn="just">
              <a:buNone/>
            </a:pPr>
            <a:r>
              <a:rPr lang="pt-BR" sz="2800" i="1" dirty="0">
                <a:effectLst/>
                <a:latin typeface="Barlow" panose="00000500000000000000" pitchFamily="2" charset="0"/>
                <a:ea typeface="Times New Roman" panose="02020603050405020304" pitchFamily="18" charset="0"/>
                <a:cs typeface="Arial" panose="020B0604020202020204" pitchFamily="34" charset="0"/>
              </a:rPr>
              <a:t>Neste sentido, defendia  Marcio Pestana (2016, p. 79) :</a:t>
            </a:r>
          </a:p>
          <a:p>
            <a:pPr marL="0" indent="0" algn="just">
              <a:buNone/>
            </a:pPr>
            <a:endParaRPr lang="pt-BR" sz="2800" i="1" dirty="0">
              <a:effectLst/>
              <a:latin typeface="Barlow" panose="00000500000000000000" pitchFamily="2" charset="0"/>
              <a:ea typeface="Times New Roman" panose="02020603050405020304" pitchFamily="18" charset="0"/>
              <a:cs typeface="Arial" panose="020B0604020202020204" pitchFamily="34" charset="0"/>
            </a:endParaRPr>
          </a:p>
          <a:p>
            <a:pPr marL="0" indent="0" algn="just">
              <a:buNone/>
            </a:pPr>
            <a:r>
              <a:rPr lang="pt-BR" sz="2800" i="1" dirty="0">
                <a:effectLst/>
                <a:latin typeface="Barlow" panose="00000500000000000000" pitchFamily="2" charset="0"/>
                <a:ea typeface="Times New Roman" panose="02020603050405020304" pitchFamily="18" charset="0"/>
                <a:cs typeface="Arial" panose="020B0604020202020204" pitchFamily="34" charset="0"/>
              </a:rPr>
              <a:t>A prática da fiscalização e do respeito e efetivo cumprimento à ética, aos valores morais e sociais contemporâneos, às restrições e aos limites fixados em lei, consubstanciando em um conjunto de práticas exigidas e esperadas das pessoas jurídicas nas inter-relações que, diuturnamente, estabelecem em segmentos econômicos e sociais.</a:t>
            </a:r>
          </a:p>
          <a:p>
            <a:pPr marL="0" indent="0" algn="just">
              <a:buNone/>
            </a:pPr>
            <a:endParaRPr lang="pt-BR" sz="2800" i="1" dirty="0">
              <a:solidFill>
                <a:schemeClr val="tx1"/>
              </a:solidFill>
              <a:latin typeface="Barlow" panose="00000500000000000000" pitchFamily="2" charset="0"/>
              <a:cs typeface="Arial" panose="020B0604020202020204" pitchFamily="34" charset="0"/>
            </a:endParaRPr>
          </a:p>
          <a:p>
            <a:pPr marL="0" indent="0" algn="ctr">
              <a:buNone/>
            </a:pPr>
            <a:endParaRPr lang="pt-BR" sz="2800" b="1" dirty="0">
              <a:solidFill>
                <a:schemeClr val="tx1"/>
              </a:solidFill>
              <a:latin typeface="Barlow" panose="00000500000000000000" pitchFamily="2" charset="0"/>
              <a:cs typeface="Calibri" panose="020F0502020204030204" pitchFamily="34" charset="0"/>
            </a:endParaRPr>
          </a:p>
        </p:txBody>
      </p:sp>
    </p:spTree>
    <p:extLst>
      <p:ext uri="{BB962C8B-B14F-4D97-AF65-F5344CB8AC3E}">
        <p14:creationId xmlns:p14="http://schemas.microsoft.com/office/powerpoint/2010/main" val="35060713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PONTOS PRINCIPAIS ABORDADOS NA AULA</a:t>
            </a:r>
            <a:endParaRPr sz="3200" dirty="0"/>
          </a:p>
        </p:txBody>
      </p:sp>
      <p:sp>
        <p:nvSpPr>
          <p:cNvPr id="52" name="Google Shape;52;p11"/>
          <p:cNvSpPr txBox="1">
            <a:spLocks noGrp="1"/>
          </p:cNvSpPr>
          <p:nvPr>
            <p:ph type="body" idx="1"/>
          </p:nvPr>
        </p:nvSpPr>
        <p:spPr>
          <a:xfrm>
            <a:off x="840000" y="1905479"/>
            <a:ext cx="11308000" cy="4454857"/>
          </a:xfrm>
          <a:prstGeom prst="rect">
            <a:avLst/>
          </a:prstGeom>
        </p:spPr>
        <p:txBody>
          <a:bodyPr spcFirstLastPara="1" wrap="square" lIns="121900" tIns="121900" rIns="121900" bIns="121900" anchor="t" anchorCtr="0">
            <a:noAutofit/>
          </a:bodyPr>
          <a:lstStyle/>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Fiscalizar os riscos corporativos;</a:t>
            </a:r>
          </a:p>
          <a:p>
            <a:pPr algn="just">
              <a:lnSpc>
                <a:spcPct val="150000"/>
              </a:lnSpc>
              <a:buSzPct val="75000"/>
              <a:buFont typeface="Arial" panose="020B0604020202020204" pitchFamily="34" charset="0"/>
              <a:buChar char="•"/>
            </a:pPr>
            <a:r>
              <a:rPr lang="pt-BR" sz="2800" dirty="0"/>
              <a:t>Ferramentas de fiscalização;</a:t>
            </a:r>
          </a:p>
          <a:p>
            <a:pPr algn="just">
              <a:lnSpc>
                <a:spcPct val="150000"/>
              </a:lnSpc>
              <a:buSzPct val="75000"/>
              <a:buFont typeface="Arial" panose="020B0604020202020204" pitchFamily="34" charset="0"/>
              <a:buChar char="•"/>
            </a:pPr>
            <a:r>
              <a:rPr lang="pt-BR" sz="2800" dirty="0"/>
              <a:t>Fiscalização como meio de potencializar os riscos e transforma-lo em oportunidade </a:t>
            </a:r>
            <a:r>
              <a:rPr lang="pt-BR" sz="2800"/>
              <a:t>de negócios.</a:t>
            </a:r>
            <a:endParaRPr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0;p9">
            <a:extLst>
              <a:ext uri="{FF2B5EF4-FFF2-40B4-BE49-F238E27FC236}">
                <a16:creationId xmlns:a16="http://schemas.microsoft.com/office/drawing/2014/main" id="{8CF0B75A-8135-C9DE-5624-9803FC822727}"/>
              </a:ext>
            </a:extLst>
          </p:cNvPr>
          <p:cNvSpPr txBox="1">
            <a:spLocks noGrp="1"/>
          </p:cNvSpPr>
          <p:nvPr>
            <p:ph type="title"/>
          </p:nvPr>
        </p:nvSpPr>
        <p:spPr>
          <a:xfrm>
            <a:off x="4704800" y="1558400"/>
            <a:ext cx="7088400" cy="3741200"/>
          </a:xfrm>
          <a:prstGeom prst="rect">
            <a:avLst/>
          </a:prstGeom>
        </p:spPr>
        <p:txBody>
          <a:bodyPr spcFirstLastPara="1" wrap="square" lIns="121900" tIns="121900" rIns="121900" bIns="121900" anchor="ctr" anchorCtr="0">
            <a:normAutofit/>
          </a:bodyPr>
          <a:lstStyle/>
          <a:p>
            <a:r>
              <a:rPr lang="pt-BR" dirty="0"/>
              <a:t>Processo de Gestão de Riscos e Compliance</a:t>
            </a:r>
          </a:p>
        </p:txBody>
      </p:sp>
    </p:spTree>
    <p:extLst>
      <p:ext uri="{BB962C8B-B14F-4D97-AF65-F5344CB8AC3E}">
        <p14:creationId xmlns:p14="http://schemas.microsoft.com/office/powerpoint/2010/main" val="598958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cs typeface="Calibri" panose="020F0502020204030204" pitchFamily="34" charset="0"/>
              </a:rPr>
              <a:t>Conceito de Gestão de Riscos e Compliance</a:t>
            </a:r>
            <a:endParaRPr sz="3200" b="1" dirty="0">
              <a:latin typeface="Barlow" panose="00000500000000000000" pitchFamily="2" charset="0"/>
            </a:endParaRPr>
          </a:p>
        </p:txBody>
      </p:sp>
      <p:sp>
        <p:nvSpPr>
          <p:cNvPr id="46" name="Google Shape;46;p10"/>
          <p:cNvSpPr txBox="1">
            <a:spLocks noGrp="1"/>
          </p:cNvSpPr>
          <p:nvPr>
            <p:ph type="body" idx="1"/>
          </p:nvPr>
        </p:nvSpPr>
        <p:spPr>
          <a:xfrm>
            <a:off x="720000" y="1890488"/>
            <a:ext cx="11308000" cy="4424878"/>
          </a:xfrm>
          <a:prstGeom prst="rect">
            <a:avLst/>
          </a:prstGeom>
        </p:spPr>
        <p:txBody>
          <a:bodyPr spcFirstLastPara="1" wrap="square" lIns="121900" tIns="121900" rIns="121900" bIns="121900" anchor="t" anchorCtr="0">
            <a:noAutofit/>
          </a:bodyPr>
          <a:lstStyle/>
          <a:p>
            <a:pPr marL="0" indent="0" algn="just">
              <a:buNone/>
            </a:pPr>
            <a:r>
              <a:rPr lang="pt-BR" sz="2800" dirty="0"/>
              <a:t>Daniel Lança (2019) defende que “a partir das vivências, sem erros ou acertos passados, criamos uma espécie de protocolo de ações que norteiam para não cair repetidamente nos mesmos buracos ou para buscar práticas que repetidamente nos trazem resultados positivos”. </a:t>
            </a:r>
          </a:p>
        </p:txBody>
      </p:sp>
    </p:spTree>
    <p:extLst>
      <p:ext uri="{BB962C8B-B14F-4D97-AF65-F5344CB8AC3E}">
        <p14:creationId xmlns:p14="http://schemas.microsoft.com/office/powerpoint/2010/main" val="42312938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rPr>
              <a:t>Processo de Gestão de Riscos e Compliance</a:t>
            </a:r>
            <a:r>
              <a:rPr lang="pt-BR" sz="3200" b="1" dirty="0">
                <a:latin typeface="Barlow" panose="00000500000000000000" pitchFamily="2" charset="0"/>
                <a:cs typeface="Calibri" panose="020F0502020204030204" pitchFamily="34" charset="0"/>
              </a:rPr>
              <a:t> </a:t>
            </a:r>
            <a:endParaRPr lang="pt-BR" sz="3200" b="1" dirty="0">
              <a:solidFill>
                <a:srgbClr val="FF0000"/>
              </a:solidFill>
              <a:latin typeface="Barlow" panose="00000500000000000000" pitchFamily="2" charset="0"/>
              <a:cs typeface="Calibri" panose="020F0502020204030204" pitchFamily="34" charset="0"/>
            </a:endParaRPr>
          </a:p>
        </p:txBody>
      </p:sp>
      <p:sp>
        <p:nvSpPr>
          <p:cNvPr id="46" name="Google Shape;46;p10"/>
          <p:cNvSpPr txBox="1">
            <a:spLocks noGrp="1"/>
          </p:cNvSpPr>
          <p:nvPr>
            <p:ph type="body" idx="1"/>
          </p:nvPr>
        </p:nvSpPr>
        <p:spPr>
          <a:xfrm>
            <a:off x="840000" y="2173574"/>
            <a:ext cx="11210486" cy="4203482"/>
          </a:xfrm>
          <a:prstGeom prst="rect">
            <a:avLst/>
          </a:prstGeom>
        </p:spPr>
        <p:txBody>
          <a:bodyPr spcFirstLastPara="1" wrap="square" lIns="121900" tIns="121900" rIns="121900" bIns="121900" anchor="t" anchorCtr="0">
            <a:noAutofit/>
          </a:bodyPr>
          <a:lstStyle/>
          <a:p>
            <a:pPr marL="457200" indent="-457200" algn="just">
              <a:lnSpc>
                <a:spcPct val="150000"/>
              </a:lnSpc>
            </a:pPr>
            <a:r>
              <a:rPr lang="pt-BR" sz="2800" dirty="0">
                <a:solidFill>
                  <a:schemeClr val="tx1"/>
                </a:solidFill>
                <a:latin typeface="Barlow" panose="00000500000000000000" pitchFamily="2" charset="0"/>
                <a:cs typeface="Calibri" panose="020F0502020204030204" pitchFamily="34" charset="0"/>
              </a:rPr>
              <a:t>Atos corruptos x Identificação de Riscos</a:t>
            </a:r>
          </a:p>
          <a:p>
            <a:pPr marL="457200" indent="-457200" algn="just">
              <a:lnSpc>
                <a:spcPct val="150000"/>
              </a:lnSpc>
            </a:pPr>
            <a:endParaRPr lang="pt-BR" sz="2800" dirty="0">
              <a:solidFill>
                <a:schemeClr val="tx1"/>
              </a:solidFill>
              <a:latin typeface="Barlow" panose="00000500000000000000" pitchFamily="2" charset="0"/>
              <a:cs typeface="Calibri" panose="020F0502020204030204" pitchFamily="34" charset="0"/>
            </a:endParaRPr>
          </a:p>
          <a:p>
            <a:pPr marL="457200" indent="-457200" algn="just">
              <a:lnSpc>
                <a:spcPct val="150000"/>
              </a:lnSpc>
            </a:pPr>
            <a:r>
              <a:rPr lang="pt-BR" sz="2800" dirty="0">
                <a:solidFill>
                  <a:schemeClr val="tx1"/>
                </a:solidFill>
                <a:latin typeface="Barlow" panose="00000500000000000000" pitchFamily="2" charset="0"/>
                <a:cs typeface="Calibri" panose="020F0502020204030204" pitchFamily="34" charset="0"/>
              </a:rPr>
              <a:t>Identificado o risco planejar ações com intuito de mitigá-lo</a:t>
            </a:r>
          </a:p>
          <a:p>
            <a:pPr marL="457200" indent="-457200" algn="just">
              <a:lnSpc>
                <a:spcPct val="150000"/>
              </a:lnSpc>
            </a:pPr>
            <a:endParaRPr lang="pt-BR" sz="2800" dirty="0">
              <a:solidFill>
                <a:schemeClr val="tx1"/>
              </a:solidFill>
              <a:latin typeface="Barlow" panose="00000500000000000000" pitchFamily="2" charset="0"/>
              <a:cs typeface="Calibri" panose="020F0502020204030204" pitchFamily="34" charset="0"/>
            </a:endParaRPr>
          </a:p>
          <a:p>
            <a:pPr marL="457200" indent="-457200" algn="just">
              <a:lnSpc>
                <a:spcPct val="150000"/>
              </a:lnSpc>
            </a:pPr>
            <a:endParaRPr lang="pt-BR" sz="2800" dirty="0">
              <a:solidFill>
                <a:schemeClr val="tx1"/>
              </a:solidFill>
              <a:latin typeface="Barlow" panose="00000500000000000000" pitchFamily="2" charset="0"/>
              <a:cs typeface="Calibri" panose="020F050202020403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rPr>
              <a:t>Processo de Gestão de Riscos e Compliance</a:t>
            </a:r>
            <a:r>
              <a:rPr lang="pt-BR" sz="3200" b="1" dirty="0">
                <a:latin typeface="Barlow" panose="00000500000000000000" pitchFamily="2" charset="0"/>
                <a:cs typeface="Calibri" panose="020F0502020204030204" pitchFamily="34" charset="0"/>
              </a:rPr>
              <a:t> </a:t>
            </a:r>
            <a:endParaRPr sz="3200" dirty="0"/>
          </a:p>
        </p:txBody>
      </p:sp>
      <p:sp>
        <p:nvSpPr>
          <p:cNvPr id="46" name="Google Shape;46;p10"/>
          <p:cNvSpPr txBox="1">
            <a:spLocks noGrp="1"/>
          </p:cNvSpPr>
          <p:nvPr>
            <p:ph type="body" idx="1"/>
          </p:nvPr>
        </p:nvSpPr>
        <p:spPr>
          <a:xfrm>
            <a:off x="720000" y="1890488"/>
            <a:ext cx="11210743" cy="4728026"/>
          </a:xfrm>
          <a:prstGeom prst="rect">
            <a:avLst/>
          </a:prstGeom>
        </p:spPr>
        <p:txBody>
          <a:bodyPr spcFirstLastPara="1" wrap="square" lIns="121900" tIns="121900" rIns="121900" bIns="121900" anchor="t" anchorCtr="0">
            <a:noAutofit/>
          </a:bodyPr>
          <a:lstStyle/>
          <a:p>
            <a:pPr marL="457200" indent="-457200" algn="just"/>
            <a:r>
              <a:rPr lang="pt-BR" sz="2800" dirty="0">
                <a:solidFill>
                  <a:schemeClr val="tx1"/>
                </a:solidFill>
                <a:latin typeface="Barlow" panose="00000500000000000000" pitchFamily="2" charset="0"/>
                <a:cs typeface="Calibri" panose="020F0502020204030204" pitchFamily="34" charset="0"/>
              </a:rPr>
              <a:t>Definição das vulnerabilidades das atividades da empresa, como regra de ouro da governança corporativa nos Programas de Integridade (Compliance)</a:t>
            </a:r>
          </a:p>
          <a:p>
            <a:pPr marL="457200" indent="-457200" algn="just"/>
            <a:endParaRPr lang="pt-BR" sz="2800" dirty="0">
              <a:solidFill>
                <a:schemeClr val="tx1"/>
              </a:solidFill>
              <a:latin typeface="Barlow" panose="00000500000000000000" pitchFamily="2" charset="0"/>
              <a:cs typeface="Calibri" panose="020F0502020204030204" pitchFamily="34" charset="0"/>
            </a:endParaRPr>
          </a:p>
          <a:p>
            <a:pPr marL="457200" indent="-457200" algn="just"/>
            <a:endParaRPr lang="pt-BR" sz="2800" dirty="0">
              <a:solidFill>
                <a:schemeClr val="tx1"/>
              </a:solidFill>
              <a:latin typeface="Barlow" panose="00000500000000000000" pitchFamily="2" charset="0"/>
              <a:cs typeface="Calibri" panose="020F0502020204030204" pitchFamily="34" charset="0"/>
            </a:endParaRPr>
          </a:p>
          <a:p>
            <a:pPr marL="0" indent="0" algn="just">
              <a:buNone/>
            </a:pPr>
            <a:endParaRPr lang="pt-BR" sz="2800" i="1" dirty="0">
              <a:solidFill>
                <a:schemeClr val="tx1"/>
              </a:solidFill>
              <a:latin typeface="Barlow" panose="00000500000000000000" pitchFamily="2" charset="0"/>
              <a:cs typeface="Arial" panose="020B0604020202020204" pitchFamily="34" charset="0"/>
            </a:endParaRPr>
          </a:p>
          <a:p>
            <a:pPr marL="0" indent="0" algn="just">
              <a:buNone/>
            </a:pPr>
            <a:endParaRPr lang="pt-BR" sz="2800" dirty="0">
              <a:solidFill>
                <a:schemeClr val="tx1"/>
              </a:solidFill>
              <a:latin typeface="Barlow" panose="00000500000000000000" pitchFamily="2" charset="0"/>
              <a:cs typeface="Calibri" panose="020F0502020204030204" pitchFamily="34" charset="0"/>
            </a:endParaRPr>
          </a:p>
        </p:txBody>
      </p:sp>
      <p:graphicFrame>
        <p:nvGraphicFramePr>
          <p:cNvPr id="2" name="Diagrama 1">
            <a:extLst>
              <a:ext uri="{FF2B5EF4-FFF2-40B4-BE49-F238E27FC236}">
                <a16:creationId xmlns:a16="http://schemas.microsoft.com/office/drawing/2014/main" id="{4776BEC5-4AB6-FDC9-F706-AD05EA7A0A82}"/>
              </a:ext>
            </a:extLst>
          </p:cNvPr>
          <p:cNvGraphicFramePr/>
          <p:nvPr/>
        </p:nvGraphicFramePr>
        <p:xfrm>
          <a:off x="6449254" y="3713869"/>
          <a:ext cx="5916247" cy="25932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027157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PONTOS PRINCIPAIS ABORDADOS NA AULA</a:t>
            </a:r>
            <a:endParaRPr sz="3200" dirty="0"/>
          </a:p>
        </p:txBody>
      </p:sp>
      <p:sp>
        <p:nvSpPr>
          <p:cNvPr id="52" name="Google Shape;52;p11"/>
          <p:cNvSpPr txBox="1">
            <a:spLocks noGrp="1"/>
          </p:cNvSpPr>
          <p:nvPr>
            <p:ph type="body" idx="1"/>
          </p:nvPr>
        </p:nvSpPr>
        <p:spPr>
          <a:xfrm>
            <a:off x="840000" y="1905479"/>
            <a:ext cx="10864320" cy="4454857"/>
          </a:xfrm>
          <a:prstGeom prst="rect">
            <a:avLst/>
          </a:prstGeom>
        </p:spPr>
        <p:txBody>
          <a:bodyPr spcFirstLastPara="1" wrap="square" lIns="121900" tIns="121900" rIns="121900" bIns="121900" anchor="t" anchorCtr="0">
            <a:noAutofit/>
          </a:bodyPr>
          <a:lstStyle/>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Conceito e Marcos históricos da Gestão de Riscos </a:t>
            </a:r>
          </a:p>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Processo de Gestão de Riscos e Compliance </a:t>
            </a:r>
          </a:p>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endParaRPr sz="2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0;p9">
            <a:extLst>
              <a:ext uri="{FF2B5EF4-FFF2-40B4-BE49-F238E27FC236}">
                <a16:creationId xmlns:a16="http://schemas.microsoft.com/office/drawing/2014/main" id="{576D595E-D463-9A73-0C62-AE52337FBFF9}"/>
              </a:ext>
            </a:extLst>
          </p:cNvPr>
          <p:cNvSpPr txBox="1">
            <a:spLocks noGrp="1"/>
          </p:cNvSpPr>
          <p:nvPr>
            <p:ph type="title"/>
          </p:nvPr>
        </p:nvSpPr>
        <p:spPr>
          <a:xfrm>
            <a:off x="4704800" y="1558400"/>
            <a:ext cx="7088400" cy="3741200"/>
          </a:xfrm>
          <a:prstGeom prst="rect">
            <a:avLst/>
          </a:prstGeom>
        </p:spPr>
        <p:txBody>
          <a:bodyPr spcFirstLastPara="1" wrap="square" lIns="121900" tIns="121900" rIns="121900" bIns="121900" anchor="ctr" anchorCtr="0">
            <a:normAutofit/>
          </a:bodyPr>
          <a:lstStyle/>
          <a:p>
            <a:r>
              <a:rPr lang="pt-BR" dirty="0"/>
              <a:t>Tipologia do Riscos Corporativos</a:t>
            </a:r>
          </a:p>
        </p:txBody>
      </p:sp>
    </p:spTree>
    <p:extLst>
      <p:ext uri="{BB962C8B-B14F-4D97-AF65-F5344CB8AC3E}">
        <p14:creationId xmlns:p14="http://schemas.microsoft.com/office/powerpoint/2010/main" val="41950305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cs typeface="Calibri" panose="020F0502020204030204" pitchFamily="34" charset="0"/>
              </a:rPr>
              <a:t>Tipologia do Riscos Corporativos</a:t>
            </a:r>
            <a:endParaRPr lang="pt-BR" sz="3200" b="1" dirty="0">
              <a:solidFill>
                <a:srgbClr val="FF0000"/>
              </a:solidFill>
              <a:latin typeface="Barlow" panose="00000500000000000000" pitchFamily="2" charset="0"/>
              <a:cs typeface="Calibri" panose="020F0502020204030204" pitchFamily="34" charset="0"/>
            </a:endParaRPr>
          </a:p>
        </p:txBody>
      </p:sp>
      <p:sp>
        <p:nvSpPr>
          <p:cNvPr id="46" name="Google Shape;46;p10"/>
          <p:cNvSpPr txBox="1">
            <a:spLocks noGrp="1"/>
          </p:cNvSpPr>
          <p:nvPr>
            <p:ph type="body" idx="1"/>
          </p:nvPr>
        </p:nvSpPr>
        <p:spPr>
          <a:xfrm>
            <a:off x="840000" y="2173574"/>
            <a:ext cx="11210486" cy="4203482"/>
          </a:xfrm>
          <a:prstGeom prst="rect">
            <a:avLst/>
          </a:prstGeom>
        </p:spPr>
        <p:txBody>
          <a:bodyPr spcFirstLastPara="1" wrap="square" lIns="121900" tIns="121900" rIns="121900" bIns="121900" anchor="t" anchorCtr="0">
            <a:noAutofit/>
          </a:bodyPr>
          <a:lstStyle/>
          <a:p>
            <a:pPr marL="457200" indent="-457200" algn="just">
              <a:lnSpc>
                <a:spcPct val="150000"/>
              </a:lnSpc>
            </a:pPr>
            <a:r>
              <a:rPr lang="pt-BR" sz="2800" dirty="0">
                <a:solidFill>
                  <a:schemeClr val="tx1"/>
                </a:solidFill>
                <a:latin typeface="Barlow" panose="00000500000000000000" pitchFamily="2" charset="0"/>
                <a:cs typeface="Calibri" panose="020F0502020204030204" pitchFamily="34" charset="0"/>
              </a:rPr>
              <a:t>Mapeamento dos ricos</a:t>
            </a:r>
          </a:p>
          <a:p>
            <a:pPr marL="457200" indent="-457200" algn="just">
              <a:lnSpc>
                <a:spcPct val="150000"/>
              </a:lnSpc>
            </a:pPr>
            <a:endParaRPr lang="pt-BR" sz="2800" dirty="0">
              <a:solidFill>
                <a:schemeClr val="tx1"/>
              </a:solidFill>
              <a:latin typeface="Barlow" panose="00000500000000000000" pitchFamily="2" charset="0"/>
              <a:cs typeface="Calibri" panose="020F0502020204030204" pitchFamily="34" charset="0"/>
            </a:endParaRPr>
          </a:p>
          <a:p>
            <a:pPr marL="457200" indent="-457200" algn="just">
              <a:lnSpc>
                <a:spcPct val="150000"/>
              </a:lnSpc>
            </a:pPr>
            <a:r>
              <a:rPr lang="pt-BR" sz="2800" dirty="0">
                <a:solidFill>
                  <a:schemeClr val="tx1"/>
                </a:solidFill>
                <a:latin typeface="Barlow" panose="00000500000000000000" pitchFamily="2" charset="0"/>
                <a:cs typeface="Calibri" panose="020F0502020204030204" pitchFamily="34" charset="0"/>
              </a:rPr>
              <a:t>OCDE </a:t>
            </a:r>
          </a:p>
          <a:p>
            <a:pPr marL="457200" indent="-457200" algn="just">
              <a:lnSpc>
                <a:spcPct val="150000"/>
              </a:lnSpc>
            </a:pPr>
            <a:endParaRPr lang="pt-BR" sz="2800" dirty="0">
              <a:solidFill>
                <a:schemeClr val="tx1"/>
              </a:solidFill>
              <a:latin typeface="Barlow" panose="00000500000000000000" pitchFamily="2" charset="0"/>
              <a:cs typeface="Calibri" panose="020F0502020204030204" pitchFamily="34" charset="0"/>
            </a:endParaRPr>
          </a:p>
          <a:p>
            <a:pPr marL="457200" indent="-457200" algn="just">
              <a:lnSpc>
                <a:spcPct val="150000"/>
              </a:lnSpc>
            </a:pPr>
            <a:r>
              <a:rPr lang="pt-BR" sz="2800" dirty="0">
                <a:solidFill>
                  <a:schemeClr val="tx1"/>
                </a:solidFill>
                <a:latin typeface="Barlow" panose="00000500000000000000" pitchFamily="2" charset="0"/>
                <a:cs typeface="Calibri" panose="020F0502020204030204" pitchFamily="34" charset="0"/>
              </a:rPr>
              <a:t>IBGC</a:t>
            </a:r>
          </a:p>
          <a:p>
            <a:pPr marL="0" indent="0" algn="just">
              <a:lnSpc>
                <a:spcPct val="150000"/>
              </a:lnSpc>
              <a:buNone/>
            </a:pPr>
            <a:endParaRPr lang="pt-BR" sz="2800" dirty="0">
              <a:solidFill>
                <a:schemeClr val="tx1"/>
              </a:solidFill>
              <a:latin typeface="Barlow" panose="00000500000000000000" pitchFamily="2" charset="0"/>
              <a:cs typeface="Calibri" panose="020F050202020403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rPr>
              <a:t>Identificação dos riscos</a:t>
            </a:r>
            <a:endParaRPr sz="3200" b="1" dirty="0">
              <a:latin typeface="Barlow" panose="00000500000000000000" pitchFamily="2" charset="0"/>
            </a:endParaRPr>
          </a:p>
        </p:txBody>
      </p:sp>
      <p:sp>
        <p:nvSpPr>
          <p:cNvPr id="46" name="Google Shape;46;p10"/>
          <p:cNvSpPr txBox="1">
            <a:spLocks noGrp="1"/>
          </p:cNvSpPr>
          <p:nvPr>
            <p:ph type="body" idx="1"/>
          </p:nvPr>
        </p:nvSpPr>
        <p:spPr>
          <a:xfrm>
            <a:off x="720000" y="1890488"/>
            <a:ext cx="11308000" cy="4424878"/>
          </a:xfrm>
          <a:prstGeom prst="rect">
            <a:avLst/>
          </a:prstGeom>
        </p:spPr>
        <p:txBody>
          <a:bodyPr spcFirstLastPara="1" wrap="square" lIns="121900" tIns="121900" rIns="121900" bIns="121900" anchor="t" anchorCtr="0">
            <a:noAutofit/>
          </a:bodyPr>
          <a:lstStyle/>
          <a:p>
            <a:pPr marL="457200" indent="-457200" algn="just"/>
            <a:r>
              <a:rPr lang="pt-BR" sz="2800" dirty="0"/>
              <a:t>Riscos Práticos</a:t>
            </a:r>
          </a:p>
          <a:p>
            <a:pPr marL="457200" indent="-457200" algn="just"/>
            <a:endParaRPr lang="pt-BR" sz="2800" dirty="0"/>
          </a:p>
          <a:p>
            <a:pPr marL="457200" indent="-457200" algn="just"/>
            <a:r>
              <a:rPr lang="pt-BR" sz="2800" dirty="0"/>
              <a:t>Riscos Técnicos</a:t>
            </a:r>
          </a:p>
          <a:p>
            <a:pPr marL="457200" indent="-457200" algn="just"/>
            <a:endParaRPr lang="pt-BR" sz="2800" dirty="0"/>
          </a:p>
          <a:p>
            <a:pPr marL="457200" indent="-457200" algn="just"/>
            <a:r>
              <a:rPr lang="pt-BR" sz="2800" dirty="0"/>
              <a:t>Riscos Desconhecidos</a:t>
            </a:r>
          </a:p>
          <a:p>
            <a:pPr marL="457200" indent="-457200" algn="just"/>
            <a:endParaRPr lang="pt-BR" sz="2800" dirty="0"/>
          </a:p>
          <a:p>
            <a:pPr marL="457200" indent="-457200" algn="just"/>
            <a:r>
              <a:rPr lang="pt-BR" sz="2800" dirty="0"/>
              <a:t>Identificar previamente os riscos e, com isso, afastá-los ou mitigá-los, a empresa aumenta sua credibilidade econômica, financeira e social.</a:t>
            </a:r>
          </a:p>
        </p:txBody>
      </p:sp>
    </p:spTree>
    <p:extLst>
      <p:ext uri="{BB962C8B-B14F-4D97-AF65-F5344CB8AC3E}">
        <p14:creationId xmlns:p14="http://schemas.microsoft.com/office/powerpoint/2010/main" val="7242640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dirty="0"/>
              <a:t>Tipologia do Riscos Corporativos</a:t>
            </a:r>
          </a:p>
        </p:txBody>
      </p:sp>
      <p:sp>
        <p:nvSpPr>
          <p:cNvPr id="46" name="Google Shape;46;p10"/>
          <p:cNvSpPr txBox="1">
            <a:spLocks noGrp="1"/>
          </p:cNvSpPr>
          <p:nvPr>
            <p:ph type="body" idx="1"/>
          </p:nvPr>
        </p:nvSpPr>
        <p:spPr>
          <a:xfrm>
            <a:off x="720000" y="1890488"/>
            <a:ext cx="11308000" cy="4675204"/>
          </a:xfrm>
          <a:prstGeom prst="rect">
            <a:avLst/>
          </a:prstGeom>
        </p:spPr>
        <p:txBody>
          <a:bodyPr spcFirstLastPara="1" wrap="square" lIns="121900" tIns="121900" rIns="121900" bIns="121900" anchor="t" anchorCtr="0">
            <a:noAutofit/>
          </a:bodyPr>
          <a:lstStyle/>
          <a:p>
            <a:pPr marL="0" indent="0" algn="just">
              <a:buNone/>
            </a:pPr>
            <a:r>
              <a:rPr lang="pt-BR" sz="2800" b="1" dirty="0">
                <a:solidFill>
                  <a:schemeClr val="tx1"/>
                </a:solidFill>
                <a:latin typeface="Barlow" panose="00000500000000000000" pitchFamily="2" charset="0"/>
                <a:cs typeface="Calibri" panose="020F0502020204030204" pitchFamily="34" charset="0"/>
              </a:rPr>
              <a:t>art. 116 da Lei nº 6.404/1976, parágrafo único:</a:t>
            </a:r>
          </a:p>
          <a:p>
            <a:pPr marL="0" indent="0" algn="just">
              <a:buNone/>
            </a:pPr>
            <a:endParaRPr lang="pt-BR" sz="2800" dirty="0">
              <a:solidFill>
                <a:schemeClr val="tx1"/>
              </a:solidFill>
              <a:latin typeface="Barlow" panose="00000500000000000000" pitchFamily="2" charset="0"/>
              <a:cs typeface="Calibri" panose="020F0502020204030204" pitchFamily="34" charset="0"/>
            </a:endParaRPr>
          </a:p>
          <a:p>
            <a:pPr marL="0" indent="0" algn="just">
              <a:buNone/>
            </a:pPr>
            <a:r>
              <a:rPr lang="pt-BR" sz="2800" i="1" dirty="0">
                <a:effectLst/>
                <a:latin typeface="Barlow" panose="00000500000000000000" pitchFamily="2" charset="0"/>
                <a:ea typeface="Times New Roman" panose="02020603050405020304" pitchFamily="18" charset="0"/>
                <a:cs typeface="Arial" panose="020B0604020202020204" pitchFamily="34" charset="0"/>
              </a:rPr>
              <a:t>“ acionista controlador deve usar o poder com o fim de fazer a companhia realizar o seu objeto e cumprir sua função social, e tem deveres e responsabilidades para com os demais acionistas da empresa, os que nela trabalham e para com a comunidade em que atua, cujos direitos e interesses deve lealmente respeitar e atender.” </a:t>
            </a:r>
            <a:endParaRPr lang="pt-BR" sz="2800" i="1" dirty="0">
              <a:solidFill>
                <a:schemeClr val="tx1"/>
              </a:solidFill>
              <a:latin typeface="Barlow" panose="00000500000000000000" pitchFamily="2" charset="0"/>
              <a:cs typeface="Arial" panose="020B0604020202020204" pitchFamily="34" charset="0"/>
            </a:endParaRPr>
          </a:p>
          <a:p>
            <a:pPr marL="0" indent="0" algn="just">
              <a:buNone/>
            </a:pPr>
            <a:endParaRPr lang="pt-BR" sz="2800" dirty="0">
              <a:solidFill>
                <a:schemeClr val="tx1"/>
              </a:solidFill>
              <a:latin typeface="Barlow" panose="00000500000000000000" pitchFamily="2" charset="0"/>
              <a:cs typeface="Calibri" panose="020F0502020204030204" pitchFamily="34" charset="0"/>
            </a:endParaRPr>
          </a:p>
        </p:txBody>
      </p:sp>
    </p:spTree>
    <p:extLst>
      <p:ext uri="{BB962C8B-B14F-4D97-AF65-F5344CB8AC3E}">
        <p14:creationId xmlns:p14="http://schemas.microsoft.com/office/powerpoint/2010/main" val="7496155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PONTOS PRINCIPAIS ABORDADOS NA AULA</a:t>
            </a:r>
            <a:endParaRPr sz="3200" dirty="0"/>
          </a:p>
        </p:txBody>
      </p:sp>
      <p:sp>
        <p:nvSpPr>
          <p:cNvPr id="52" name="Google Shape;52;p11"/>
          <p:cNvSpPr txBox="1">
            <a:spLocks noGrp="1"/>
          </p:cNvSpPr>
          <p:nvPr>
            <p:ph type="body" idx="1"/>
          </p:nvPr>
        </p:nvSpPr>
        <p:spPr>
          <a:xfrm>
            <a:off x="840000" y="1905479"/>
            <a:ext cx="11308000" cy="4454857"/>
          </a:xfrm>
          <a:prstGeom prst="rect">
            <a:avLst/>
          </a:prstGeom>
        </p:spPr>
        <p:txBody>
          <a:bodyPr spcFirstLastPara="1" wrap="square" lIns="121900" tIns="121900" rIns="121900" bIns="121900" anchor="t" anchorCtr="0">
            <a:noAutofit/>
          </a:bodyPr>
          <a:lstStyle/>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Mapeamento de riscos</a:t>
            </a:r>
          </a:p>
          <a:p>
            <a:pPr algn="just">
              <a:lnSpc>
                <a:spcPct val="150000"/>
              </a:lnSpc>
              <a:buSzPct val="75000"/>
              <a:buFont typeface="Arial" panose="020B0604020202020204" pitchFamily="34" charset="0"/>
              <a:buChar char="•"/>
            </a:pPr>
            <a:r>
              <a:rPr lang="pt-BR" sz="2800" dirty="0"/>
              <a:t> Ferramentas de identificação de riscos</a:t>
            </a:r>
          </a:p>
          <a:p>
            <a:pPr algn="just">
              <a:lnSpc>
                <a:spcPct val="150000"/>
              </a:lnSpc>
              <a:buSzPct val="75000"/>
              <a:buFont typeface="Arial" panose="020B0604020202020204" pitchFamily="34" charset="0"/>
              <a:buChar char="•"/>
            </a:pPr>
            <a:r>
              <a:rPr lang="pt-BR" sz="2800" dirty="0"/>
              <a:t>Tipologia de Riscos Corporativos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0;p9">
            <a:extLst>
              <a:ext uri="{FF2B5EF4-FFF2-40B4-BE49-F238E27FC236}">
                <a16:creationId xmlns:a16="http://schemas.microsoft.com/office/drawing/2014/main" id="{F51E6380-7750-1C8F-9127-3CD6DB3CAC3E}"/>
              </a:ext>
            </a:extLst>
          </p:cNvPr>
          <p:cNvSpPr txBox="1">
            <a:spLocks noGrp="1"/>
          </p:cNvSpPr>
          <p:nvPr>
            <p:ph type="title"/>
          </p:nvPr>
        </p:nvSpPr>
        <p:spPr>
          <a:xfrm>
            <a:off x="4704800" y="1558400"/>
            <a:ext cx="7088400" cy="3741200"/>
          </a:xfrm>
          <a:prstGeom prst="rect">
            <a:avLst/>
          </a:prstGeom>
        </p:spPr>
        <p:txBody>
          <a:bodyPr spcFirstLastPara="1" wrap="square" lIns="121900" tIns="121900" rIns="121900" bIns="121900" anchor="ctr" anchorCtr="0">
            <a:normAutofit/>
          </a:bodyPr>
          <a:lstStyle/>
          <a:p>
            <a:r>
              <a:rPr lang="pt-BR" dirty="0"/>
              <a:t>Eficiência frente a securitização corporativa</a:t>
            </a:r>
          </a:p>
        </p:txBody>
      </p:sp>
    </p:spTree>
    <p:extLst>
      <p:ext uri="{BB962C8B-B14F-4D97-AF65-F5344CB8AC3E}">
        <p14:creationId xmlns:p14="http://schemas.microsoft.com/office/powerpoint/2010/main" val="13676079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600" dirty="0"/>
              <a:t>Eficiência frente a securitização corporativa</a:t>
            </a:r>
            <a:endParaRPr sz="3200" b="1" dirty="0">
              <a:solidFill>
                <a:srgbClr val="FF0000"/>
              </a:solidFill>
              <a:latin typeface="Barlow" panose="00000500000000000000" pitchFamily="2" charset="0"/>
              <a:cs typeface="Calibri" panose="020F0502020204030204" pitchFamily="34" charset="0"/>
            </a:endParaRPr>
          </a:p>
        </p:txBody>
      </p:sp>
      <p:sp>
        <p:nvSpPr>
          <p:cNvPr id="46" name="Google Shape;46;p10"/>
          <p:cNvSpPr txBox="1">
            <a:spLocks noGrp="1"/>
          </p:cNvSpPr>
          <p:nvPr>
            <p:ph type="body" idx="1"/>
          </p:nvPr>
        </p:nvSpPr>
        <p:spPr>
          <a:xfrm>
            <a:off x="840000" y="2002973"/>
            <a:ext cx="11210486" cy="4441370"/>
          </a:xfrm>
          <a:prstGeom prst="rect">
            <a:avLst/>
          </a:prstGeom>
        </p:spPr>
        <p:txBody>
          <a:bodyPr spcFirstLastPara="1" wrap="square" lIns="121900" tIns="121900" rIns="121900" bIns="121900" anchor="t" anchorCtr="0">
            <a:noAutofit/>
          </a:bodyPr>
          <a:lstStyle/>
          <a:p>
            <a:pPr marL="457200" indent="-457200" algn="just">
              <a:lnSpc>
                <a:spcPct val="150000"/>
              </a:lnSpc>
            </a:pPr>
            <a:r>
              <a:rPr lang="pt-BR" sz="2800" dirty="0">
                <a:solidFill>
                  <a:schemeClr val="tx1"/>
                </a:solidFill>
                <a:latin typeface="Barlow" panose="00000500000000000000" pitchFamily="2" charset="0"/>
                <a:cs typeface="Calibri" panose="020F0502020204030204" pitchFamily="34" charset="0"/>
              </a:rPr>
              <a:t>Ante o impasse do planejamento estratégico das corporações, estejam a depender de massivas exigências legais, em face ao aumento de suas atividades que de acordo com as demandas mercadológicas, vem se tornando cada dia mais robusta, globais e complexa. </a:t>
            </a:r>
          </a:p>
          <a:p>
            <a:pPr marL="457200" indent="-457200" algn="just">
              <a:lnSpc>
                <a:spcPct val="150000"/>
              </a:lnSpc>
            </a:pPr>
            <a:endParaRPr lang="pt-BR" sz="2800" dirty="0">
              <a:solidFill>
                <a:schemeClr val="tx1"/>
              </a:solidFill>
              <a:latin typeface="Barlow" panose="00000500000000000000" pitchFamily="2" charset="0"/>
              <a:cs typeface="Calibri" panose="020F0502020204030204" pitchFamily="34" charset="0"/>
            </a:endParaRPr>
          </a:p>
          <a:p>
            <a:pPr marL="0" indent="0" algn="just">
              <a:lnSpc>
                <a:spcPct val="150000"/>
              </a:lnSpc>
              <a:buNone/>
            </a:pPr>
            <a:endParaRPr lang="pt-BR" sz="2800" dirty="0">
              <a:solidFill>
                <a:schemeClr val="tx1"/>
              </a:solidFill>
              <a:latin typeface="Barlow" panose="00000500000000000000" pitchFamily="2" charset="0"/>
              <a:cs typeface="Calibri" panose="020F050202020403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600" dirty="0"/>
              <a:t>Eficiência frente a securitização corporativa</a:t>
            </a:r>
            <a:endParaRPr sz="3200" dirty="0"/>
          </a:p>
        </p:txBody>
      </p:sp>
      <p:sp>
        <p:nvSpPr>
          <p:cNvPr id="46" name="Google Shape;46;p10"/>
          <p:cNvSpPr txBox="1">
            <a:spLocks noGrp="1"/>
          </p:cNvSpPr>
          <p:nvPr>
            <p:ph type="body" idx="1"/>
          </p:nvPr>
        </p:nvSpPr>
        <p:spPr>
          <a:xfrm>
            <a:off x="720000" y="1890488"/>
            <a:ext cx="10818857" cy="4675204"/>
          </a:xfrm>
          <a:prstGeom prst="rect">
            <a:avLst/>
          </a:prstGeom>
        </p:spPr>
        <p:txBody>
          <a:bodyPr spcFirstLastPara="1" wrap="square" lIns="121900" tIns="121900" rIns="121900" bIns="121900" anchor="t" anchorCtr="0">
            <a:noAutofit/>
          </a:bodyPr>
          <a:lstStyle/>
          <a:p>
            <a:pPr marL="0" indent="0" algn="just">
              <a:buNone/>
            </a:pPr>
            <a:r>
              <a:rPr lang="pt-BR" sz="2800" dirty="0"/>
              <a:t>Art. 9º A empresa pública e a sociedade de economia mista adotarão regras de estruturas e práticas de gestão de riscos e controle interno que abranjam:</a:t>
            </a:r>
          </a:p>
          <a:p>
            <a:pPr marL="0" indent="0" algn="just">
              <a:buNone/>
            </a:pPr>
            <a:endParaRPr lang="pt-BR" sz="2800" dirty="0"/>
          </a:p>
          <a:p>
            <a:pPr algn="just">
              <a:lnSpc>
                <a:spcPct val="107000"/>
              </a:lnSpc>
              <a:spcAft>
                <a:spcPts val="800"/>
              </a:spcAft>
            </a:pPr>
            <a:r>
              <a:rPr lang="pt-BR" sz="1800" dirty="0">
                <a:effectLst/>
                <a:latin typeface="Barlow" panose="00000500000000000000" pitchFamily="2" charset="0"/>
                <a:ea typeface="Calibri" panose="020F0502020204030204" pitchFamily="34" charset="0"/>
                <a:cs typeface="Times New Roman" panose="02020603050405020304" pitchFamily="18" charset="0"/>
              </a:rPr>
              <a:t>§ 3o A auditoria interna deverá:</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pt-BR" sz="1800" dirty="0">
                <a:effectLst/>
                <a:latin typeface="Barlow" panose="00000500000000000000" pitchFamily="2" charset="0"/>
                <a:ea typeface="Calibri" panose="020F0502020204030204" pitchFamily="34" charset="0"/>
                <a:cs typeface="Times New Roman" panose="02020603050405020304" pitchFamily="18" charset="0"/>
              </a:rPr>
              <a:t>I - ser vinculada ao Conselho de Administração, diretamente ou por meio do Comitê de Auditoria Estatutário;</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pt-BR" sz="1800" dirty="0">
                <a:effectLst/>
                <a:latin typeface="Barlow" panose="00000500000000000000" pitchFamily="2" charset="0"/>
                <a:ea typeface="Calibri" panose="020F0502020204030204" pitchFamily="34" charset="0"/>
                <a:cs typeface="Times New Roman" panose="02020603050405020304" pitchFamily="18" charset="0"/>
              </a:rPr>
              <a:t>II - ser responsável </a:t>
            </a:r>
            <a:r>
              <a:rPr lang="pt-BR" sz="1800" u="sng" dirty="0">
                <a:effectLst/>
                <a:latin typeface="Barlow" panose="00000500000000000000" pitchFamily="2" charset="0"/>
                <a:ea typeface="Calibri" panose="020F0502020204030204" pitchFamily="34" charset="0"/>
                <a:cs typeface="Times New Roman" panose="02020603050405020304" pitchFamily="18" charset="0"/>
              </a:rPr>
              <a:t>por aferir a adequação do controle interno, a efetividade do gerenciamento dos riscos e dos processos de governança</a:t>
            </a:r>
            <a:r>
              <a:rPr lang="pt-BR" sz="1800" dirty="0">
                <a:effectLst/>
                <a:latin typeface="Barlow" panose="00000500000000000000" pitchFamily="2" charset="0"/>
                <a:ea typeface="Calibri" panose="020F0502020204030204" pitchFamily="34" charset="0"/>
                <a:cs typeface="Times New Roman" panose="02020603050405020304" pitchFamily="18" charset="0"/>
              </a:rPr>
              <a:t> e a confiabilidade do processo de coleta, mensuração, classificação, acumulação, registro e divulgação de eventos e transações, visando ao preparo de demonstrações financeiras.</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026097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600" dirty="0"/>
              <a:t>Securitização corporativa</a:t>
            </a:r>
            <a:endParaRPr lang="pt-BR" sz="3200" b="1" dirty="0">
              <a:latin typeface="Barlow" panose="00000500000000000000" pitchFamily="2" charset="0"/>
            </a:endParaRPr>
          </a:p>
        </p:txBody>
      </p:sp>
      <p:sp>
        <p:nvSpPr>
          <p:cNvPr id="46" name="Google Shape;46;p10"/>
          <p:cNvSpPr txBox="1">
            <a:spLocks noGrp="1"/>
          </p:cNvSpPr>
          <p:nvPr>
            <p:ph type="body" idx="1"/>
          </p:nvPr>
        </p:nvSpPr>
        <p:spPr>
          <a:xfrm>
            <a:off x="720000" y="1890488"/>
            <a:ext cx="11058343" cy="4424878"/>
          </a:xfrm>
          <a:prstGeom prst="rect">
            <a:avLst/>
          </a:prstGeom>
        </p:spPr>
        <p:txBody>
          <a:bodyPr spcFirstLastPara="1" wrap="square" lIns="121900" tIns="121900" rIns="121900" bIns="121900" anchor="t" anchorCtr="0">
            <a:noAutofit/>
          </a:bodyPr>
          <a:lstStyle/>
          <a:p>
            <a:pPr indent="0" algn="just">
              <a:lnSpc>
                <a:spcPct val="150000"/>
              </a:lnSpc>
              <a:spcAft>
                <a:spcPts val="800"/>
              </a:spcAft>
              <a:buNone/>
            </a:pPr>
            <a:r>
              <a:rPr lang="pt-BR" sz="2800" dirty="0"/>
              <a:t>Surgiu a figura do seguro corporativo, qual veio a suprir os eventos que até outrora não tinha segurabilidade. Nisto o mercado de seguros, inovou e foi além, tornando eventos até então intangíveis sob seguridade. Assim, permitindo que as corporações possam comprovar as restituições, por meio do instituto da securitização, os eventos sinistros causados, por estas.</a:t>
            </a:r>
          </a:p>
          <a:p>
            <a:pPr marL="0" indent="0" algn="just">
              <a:buNone/>
            </a:pPr>
            <a:endParaRPr lang="pt-BR" sz="2800" dirty="0"/>
          </a:p>
        </p:txBody>
      </p:sp>
    </p:spTree>
    <p:extLst>
      <p:ext uri="{BB962C8B-B14F-4D97-AF65-F5344CB8AC3E}">
        <p14:creationId xmlns:p14="http://schemas.microsoft.com/office/powerpoint/2010/main" val="25332571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1369DA-1B36-6F4D-1AF8-90A5F154FB38}"/>
              </a:ext>
            </a:extLst>
          </p:cNvPr>
          <p:cNvSpPr>
            <a:spLocks noGrp="1"/>
          </p:cNvSpPr>
          <p:nvPr>
            <p:ph type="title"/>
          </p:nvPr>
        </p:nvSpPr>
        <p:spPr/>
        <p:txBody>
          <a:bodyPr>
            <a:normAutofit/>
          </a:bodyPr>
          <a:lstStyle/>
          <a:p>
            <a:r>
              <a:rPr lang="pt-BR" sz="3600" dirty="0"/>
              <a:t>Securitização Corporativa</a:t>
            </a:r>
          </a:p>
        </p:txBody>
      </p:sp>
      <p:sp>
        <p:nvSpPr>
          <p:cNvPr id="3" name="Espaço Reservado para Texto 2">
            <a:extLst>
              <a:ext uri="{FF2B5EF4-FFF2-40B4-BE49-F238E27FC236}">
                <a16:creationId xmlns:a16="http://schemas.microsoft.com/office/drawing/2014/main" id="{D36E5759-4936-0AB2-A1AF-7ECA9D788D5E}"/>
              </a:ext>
            </a:extLst>
          </p:cNvPr>
          <p:cNvSpPr>
            <a:spLocks noGrp="1"/>
          </p:cNvSpPr>
          <p:nvPr>
            <p:ph type="body" idx="1"/>
          </p:nvPr>
        </p:nvSpPr>
        <p:spPr>
          <a:xfrm>
            <a:off x="720000" y="1862817"/>
            <a:ext cx="10993029" cy="4452549"/>
          </a:xfrm>
        </p:spPr>
        <p:txBody>
          <a:bodyPr/>
          <a:lstStyle/>
          <a:p>
            <a:pPr algn="just"/>
            <a:r>
              <a:rPr lang="pt-BR" sz="2800" dirty="0">
                <a:latin typeface="Barlow" panose="00000500000000000000" pitchFamily="2" charset="0"/>
                <a:ea typeface="Calibri" panose="020F0502020204030204" pitchFamily="34" charset="0"/>
                <a:cs typeface="Times New Roman" panose="02020603050405020304" pitchFamily="18" charset="0"/>
              </a:rPr>
              <a:t>D</a:t>
            </a:r>
            <a:r>
              <a:rPr lang="pt-BR" sz="2800" dirty="0">
                <a:effectLst/>
                <a:latin typeface="Barlow" panose="00000500000000000000" pitchFamily="2" charset="0"/>
                <a:ea typeface="Calibri" panose="020F0502020204030204" pitchFamily="34" charset="0"/>
                <a:cs typeface="Times New Roman" panose="02020603050405020304" pitchFamily="18" charset="0"/>
              </a:rPr>
              <a:t>esde a incidência da Operação Lava Jato,</a:t>
            </a:r>
            <a:r>
              <a:rPr lang="pt-BR" sz="2800" dirty="0">
                <a:latin typeface="Barlow" panose="00000500000000000000" pitchFamily="2" charset="0"/>
                <a:ea typeface="Calibri" panose="020F0502020204030204" pitchFamily="34" charset="0"/>
                <a:cs typeface="Times New Roman" panose="02020603050405020304" pitchFamily="18" charset="0"/>
              </a:rPr>
              <a:t> o </a:t>
            </a:r>
            <a:r>
              <a:rPr lang="pt-BR" sz="2800" dirty="0">
                <a:effectLst/>
                <a:latin typeface="Barlow" panose="00000500000000000000" pitchFamily="2" charset="0"/>
                <a:ea typeface="Calibri" panose="020F0502020204030204" pitchFamily="34" charset="0"/>
                <a:cs typeface="Times New Roman" panose="02020603050405020304" pitchFamily="18" charset="0"/>
              </a:rPr>
              <a:t>Decreto nº 8.420/2015, que regula a Lei Anticorrupção, traz em seu bojo a possibilidade de responsabilização pela própria Pessoa Jurídica, por atos praticados contra a Administração Pública.</a:t>
            </a:r>
          </a:p>
          <a:p>
            <a:pPr algn="just"/>
            <a:r>
              <a:rPr lang="pt-BR" sz="2800" b="1" dirty="0">
                <a:latin typeface="Barlow" panose="00000500000000000000" pitchFamily="2" charset="0"/>
                <a:ea typeface="Calibri" panose="020F0502020204030204" pitchFamily="34" charset="0"/>
                <a:cs typeface="Times New Roman" panose="02020603050405020304" pitchFamily="18" charset="0"/>
              </a:rPr>
              <a:t>Mercado de Seguro:</a:t>
            </a:r>
          </a:p>
          <a:p>
            <a:pPr marL="152392" indent="0" algn="just">
              <a:buNone/>
            </a:pPr>
            <a:r>
              <a:rPr lang="pt-BR" sz="1800" dirty="0">
                <a:effectLst/>
                <a:latin typeface="Barlow" panose="00000500000000000000" pitchFamily="2" charset="0"/>
                <a:ea typeface="Calibri" panose="020F0502020204030204" pitchFamily="34" charset="0"/>
                <a:cs typeface="Times New Roman" panose="02020603050405020304" pitchFamily="18" charset="0"/>
              </a:rPr>
              <a:t>	</a:t>
            </a:r>
            <a:r>
              <a:rPr lang="pt-BR" sz="2800" dirty="0">
                <a:latin typeface="Barlow" panose="00000500000000000000" pitchFamily="2" charset="0"/>
                <a:cs typeface="Times New Roman" panose="02020603050405020304" pitchFamily="18" charset="0"/>
              </a:rPr>
              <a:t>D&amp;O (</a:t>
            </a:r>
            <a:r>
              <a:rPr lang="pt-BR" sz="2800" dirty="0" err="1">
                <a:latin typeface="Barlow" panose="00000500000000000000" pitchFamily="2" charset="0"/>
                <a:cs typeface="Times New Roman" panose="02020603050405020304" pitchFamily="18" charset="0"/>
              </a:rPr>
              <a:t>Directors</a:t>
            </a:r>
            <a:r>
              <a:rPr lang="pt-BR" sz="2800" dirty="0">
                <a:latin typeface="Barlow" panose="00000500000000000000" pitchFamily="2" charset="0"/>
                <a:cs typeface="Times New Roman" panose="02020603050405020304" pitchFamily="18" charset="0"/>
              </a:rPr>
              <a:t> </a:t>
            </a:r>
            <a:r>
              <a:rPr lang="pt-BR" sz="2800" dirty="0" err="1">
                <a:latin typeface="Barlow" panose="00000500000000000000" pitchFamily="2" charset="0"/>
                <a:cs typeface="Times New Roman" panose="02020603050405020304" pitchFamily="18" charset="0"/>
              </a:rPr>
              <a:t>and</a:t>
            </a:r>
            <a:r>
              <a:rPr lang="pt-BR" sz="2800" dirty="0">
                <a:latin typeface="Barlow" panose="00000500000000000000" pitchFamily="2" charset="0"/>
                <a:cs typeface="Times New Roman" panose="02020603050405020304" pitchFamily="18" charset="0"/>
              </a:rPr>
              <a:t> </a:t>
            </a:r>
            <a:r>
              <a:rPr lang="pt-BR" sz="2800" dirty="0" err="1">
                <a:latin typeface="Barlow" panose="00000500000000000000" pitchFamily="2" charset="0"/>
                <a:cs typeface="Times New Roman" panose="02020603050405020304" pitchFamily="18" charset="0"/>
              </a:rPr>
              <a:t>Officers</a:t>
            </a:r>
            <a:r>
              <a:rPr lang="pt-BR" sz="2800" dirty="0">
                <a:latin typeface="Barlow" panose="00000500000000000000" pitchFamily="2" charset="0"/>
                <a:cs typeface="Times New Roman" panose="02020603050405020304" pitchFamily="18" charset="0"/>
              </a:rPr>
              <a:t>)</a:t>
            </a:r>
          </a:p>
          <a:p>
            <a:pPr marL="152392" indent="0" algn="just">
              <a:buNone/>
            </a:pPr>
            <a:r>
              <a:rPr lang="pt-BR" sz="2800" dirty="0">
                <a:latin typeface="Barlow" panose="00000500000000000000" pitchFamily="2" charset="0"/>
                <a:cs typeface="Times New Roman" panose="02020603050405020304" pitchFamily="18" charset="0"/>
              </a:rPr>
              <a:t>	Crédito de Carbono</a:t>
            </a:r>
          </a:p>
          <a:p>
            <a:pPr marL="152392" indent="0" algn="just">
              <a:buNone/>
            </a:pPr>
            <a:r>
              <a:rPr lang="pt-BR" sz="2800" dirty="0">
                <a:latin typeface="Barlow" panose="00000500000000000000" pitchFamily="2" charset="0"/>
                <a:cs typeface="Times New Roman" panose="02020603050405020304" pitchFamily="18" charset="0"/>
              </a:rPr>
              <a:t>	Incentivo em Programa Social</a:t>
            </a:r>
          </a:p>
          <a:p>
            <a:pPr marL="152392" indent="0" algn="just">
              <a:buNone/>
            </a:pPr>
            <a:endParaRPr lang="pt-BR" sz="2800" dirty="0">
              <a:effectLst/>
              <a:latin typeface="Barlow" panose="00000500000000000000" pitchFamily="2" charset="0"/>
              <a:ea typeface="Calibri" panose="020F0502020204030204" pitchFamily="34" charset="0"/>
              <a:cs typeface="Times New Roman" panose="02020603050405020304" pitchFamily="18" charset="0"/>
            </a:endParaRPr>
          </a:p>
          <a:p>
            <a:endParaRPr lang="pt-BR" dirty="0"/>
          </a:p>
        </p:txBody>
      </p:sp>
    </p:spTree>
    <p:extLst>
      <p:ext uri="{BB962C8B-B14F-4D97-AF65-F5344CB8AC3E}">
        <p14:creationId xmlns:p14="http://schemas.microsoft.com/office/powerpoint/2010/main" val="22852116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PONTOS PRINCIPAIS ABORDADOS NA AULA</a:t>
            </a:r>
            <a:endParaRPr sz="3200" dirty="0"/>
          </a:p>
        </p:txBody>
      </p:sp>
      <p:sp>
        <p:nvSpPr>
          <p:cNvPr id="52" name="Google Shape;52;p11"/>
          <p:cNvSpPr txBox="1">
            <a:spLocks noGrp="1"/>
          </p:cNvSpPr>
          <p:nvPr>
            <p:ph type="body" idx="1"/>
          </p:nvPr>
        </p:nvSpPr>
        <p:spPr>
          <a:xfrm>
            <a:off x="840000" y="1905479"/>
            <a:ext cx="10785943" cy="4454857"/>
          </a:xfrm>
          <a:prstGeom prst="rect">
            <a:avLst/>
          </a:prstGeom>
        </p:spPr>
        <p:txBody>
          <a:bodyPr spcFirstLastPara="1" wrap="square" lIns="121900" tIns="121900" rIns="121900" bIns="121900" anchor="t" anchorCtr="0">
            <a:noAutofit/>
          </a:bodyPr>
          <a:lstStyle/>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Eficiência frente a securitização corporativa</a:t>
            </a:r>
          </a:p>
          <a:p>
            <a:pPr algn="just">
              <a:lnSpc>
                <a:spcPct val="150000"/>
              </a:lnSpc>
              <a:buSzPct val="75000"/>
              <a:buFont typeface="Arial" panose="020B0604020202020204" pitchFamily="34" charset="0"/>
              <a:buChar char="•"/>
            </a:pPr>
            <a:r>
              <a:rPr lang="pt-BR" sz="2800" dirty="0"/>
              <a:t>Marco histórico e legislações aplicáveis </a:t>
            </a:r>
          </a:p>
          <a:p>
            <a:pPr algn="just">
              <a:lnSpc>
                <a:spcPct val="150000"/>
              </a:lnSpc>
              <a:buSzPct val="75000"/>
              <a:buFont typeface="Arial" panose="020B0604020202020204" pitchFamily="34" charset="0"/>
              <a:buChar char="•"/>
            </a:pPr>
            <a:r>
              <a:rPr lang="pt-BR" sz="2800" dirty="0"/>
              <a:t>Responsabilização dos danos frente </a:t>
            </a:r>
            <a:r>
              <a:rPr lang="pt-BR" sz="2800"/>
              <a:t>a securitização corporativa</a:t>
            </a:r>
            <a:endParaRPr lang="pt-BR" sz="2800" dirty="0"/>
          </a:p>
          <a:p>
            <a:pPr algn="just">
              <a:lnSpc>
                <a:spcPct val="150000"/>
              </a:lnSpc>
              <a:buSzPct val="75000"/>
              <a:buFont typeface="Arial" panose="020B0604020202020204" pitchFamily="34" charset="0"/>
              <a:buChar char="•"/>
            </a:pPr>
            <a:endParaRPr sz="2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0;p9">
            <a:extLst>
              <a:ext uri="{FF2B5EF4-FFF2-40B4-BE49-F238E27FC236}">
                <a16:creationId xmlns:a16="http://schemas.microsoft.com/office/drawing/2014/main" id="{916210FC-9538-3DEC-C960-5B907379998D}"/>
              </a:ext>
            </a:extLst>
          </p:cNvPr>
          <p:cNvSpPr txBox="1">
            <a:spLocks noGrp="1"/>
          </p:cNvSpPr>
          <p:nvPr>
            <p:ph type="title"/>
          </p:nvPr>
        </p:nvSpPr>
        <p:spPr>
          <a:xfrm>
            <a:off x="4704800" y="1558400"/>
            <a:ext cx="7088400" cy="3741200"/>
          </a:xfrm>
          <a:prstGeom prst="rect">
            <a:avLst/>
          </a:prstGeom>
        </p:spPr>
        <p:txBody>
          <a:bodyPr spcFirstLastPara="1" wrap="square" lIns="121900" tIns="121900" rIns="121900" bIns="121900" anchor="ctr" anchorCtr="0">
            <a:normAutofit/>
          </a:bodyPr>
          <a:lstStyle/>
          <a:p>
            <a:r>
              <a:rPr lang="pt-BR" dirty="0"/>
              <a:t>Controle Interno</a:t>
            </a:r>
            <a:endParaRPr dirty="0"/>
          </a:p>
        </p:txBody>
      </p:sp>
    </p:spTree>
    <p:extLst>
      <p:ext uri="{BB962C8B-B14F-4D97-AF65-F5344CB8AC3E}">
        <p14:creationId xmlns:p14="http://schemas.microsoft.com/office/powerpoint/2010/main" val="31770344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cs typeface="Calibri" panose="020F0502020204030204" pitchFamily="34" charset="0"/>
              </a:rPr>
              <a:t>Origem da Controle Interno</a:t>
            </a:r>
            <a:endParaRPr sz="3200" b="1" dirty="0">
              <a:solidFill>
                <a:srgbClr val="FF0000"/>
              </a:solidFill>
              <a:latin typeface="Barlow" panose="00000500000000000000" pitchFamily="2" charset="0"/>
              <a:cs typeface="Calibri" panose="020F0502020204030204" pitchFamily="34" charset="0"/>
            </a:endParaRPr>
          </a:p>
        </p:txBody>
      </p:sp>
      <p:sp>
        <p:nvSpPr>
          <p:cNvPr id="46" name="Google Shape;46;p10"/>
          <p:cNvSpPr txBox="1">
            <a:spLocks noGrp="1"/>
          </p:cNvSpPr>
          <p:nvPr>
            <p:ph type="body" idx="1"/>
          </p:nvPr>
        </p:nvSpPr>
        <p:spPr>
          <a:xfrm>
            <a:off x="840000" y="2173574"/>
            <a:ext cx="10526695" cy="4203482"/>
          </a:xfrm>
          <a:prstGeom prst="rect">
            <a:avLst/>
          </a:prstGeom>
        </p:spPr>
        <p:txBody>
          <a:bodyPr spcFirstLastPara="1" wrap="square" lIns="121900" tIns="121900" rIns="121900" bIns="121900" anchor="t" anchorCtr="0">
            <a:noAutofit/>
          </a:bodyPr>
          <a:lstStyle/>
          <a:p>
            <a:pPr marL="0" indent="0" algn="just">
              <a:lnSpc>
                <a:spcPct val="150000"/>
              </a:lnSpc>
              <a:buNone/>
            </a:pPr>
            <a:r>
              <a:rPr lang="pt-BR" sz="2000" dirty="0">
                <a:solidFill>
                  <a:schemeClr val="tx1"/>
                </a:solidFill>
                <a:latin typeface="Barlow" panose="00000500000000000000" pitchFamily="2" charset="0"/>
                <a:cs typeface="Calibri" panose="020F0502020204030204" pitchFamily="34" charset="0"/>
              </a:rPr>
              <a:t>Segundo BLOK (2020), o Comitê de Procedimentos de Auditoria do Instituto Americano de Contadores Públicos Certificados (AICPA – American </a:t>
            </a:r>
            <a:r>
              <a:rPr lang="pt-BR" sz="2000" dirty="0" err="1">
                <a:solidFill>
                  <a:schemeClr val="tx1"/>
                </a:solidFill>
                <a:latin typeface="Barlow" panose="00000500000000000000" pitchFamily="2" charset="0"/>
                <a:cs typeface="Calibri" panose="020F0502020204030204" pitchFamily="34" charset="0"/>
              </a:rPr>
              <a:t>Institute</a:t>
            </a:r>
            <a:r>
              <a:rPr lang="pt-BR" sz="2000" dirty="0">
                <a:solidFill>
                  <a:schemeClr val="tx1"/>
                </a:solidFill>
                <a:latin typeface="Barlow" panose="00000500000000000000" pitchFamily="2" charset="0"/>
                <a:cs typeface="Calibri" panose="020F0502020204030204" pitchFamily="34" charset="0"/>
              </a:rPr>
              <a:t> </a:t>
            </a:r>
            <a:r>
              <a:rPr lang="pt-BR" sz="2000" dirty="0" err="1">
                <a:solidFill>
                  <a:schemeClr val="tx1"/>
                </a:solidFill>
                <a:latin typeface="Barlow" panose="00000500000000000000" pitchFamily="2" charset="0"/>
                <a:cs typeface="Calibri" panose="020F0502020204030204" pitchFamily="34" charset="0"/>
              </a:rPr>
              <a:t>of</a:t>
            </a:r>
            <a:r>
              <a:rPr lang="pt-BR" sz="2000" dirty="0">
                <a:solidFill>
                  <a:schemeClr val="tx1"/>
                </a:solidFill>
                <a:latin typeface="Barlow" panose="00000500000000000000" pitchFamily="2" charset="0"/>
                <a:cs typeface="Calibri" panose="020F0502020204030204" pitchFamily="34" charset="0"/>
              </a:rPr>
              <a:t> </a:t>
            </a:r>
            <a:r>
              <a:rPr lang="pt-BR" sz="2000" dirty="0" err="1">
                <a:solidFill>
                  <a:schemeClr val="tx1"/>
                </a:solidFill>
                <a:latin typeface="Barlow" panose="00000500000000000000" pitchFamily="2" charset="0"/>
                <a:cs typeface="Calibri" panose="020F0502020204030204" pitchFamily="34" charset="0"/>
              </a:rPr>
              <a:t>Certified</a:t>
            </a:r>
            <a:r>
              <a:rPr lang="pt-BR" sz="2000" dirty="0">
                <a:solidFill>
                  <a:schemeClr val="tx1"/>
                </a:solidFill>
                <a:latin typeface="Barlow" panose="00000500000000000000" pitchFamily="2" charset="0"/>
                <a:cs typeface="Calibri" panose="020F0502020204030204" pitchFamily="34" charset="0"/>
              </a:rPr>
              <a:t> </a:t>
            </a:r>
            <a:r>
              <a:rPr lang="pt-BR" sz="2000" dirty="0" err="1">
                <a:solidFill>
                  <a:schemeClr val="tx1"/>
                </a:solidFill>
                <a:latin typeface="Barlow" panose="00000500000000000000" pitchFamily="2" charset="0"/>
                <a:cs typeface="Calibri" panose="020F0502020204030204" pitchFamily="34" charset="0"/>
              </a:rPr>
              <a:t>Public</a:t>
            </a:r>
            <a:r>
              <a:rPr lang="pt-BR" sz="2000" dirty="0">
                <a:solidFill>
                  <a:schemeClr val="tx1"/>
                </a:solidFill>
                <a:latin typeface="Barlow" panose="00000500000000000000" pitchFamily="2" charset="0"/>
                <a:cs typeface="Calibri" panose="020F0502020204030204" pitchFamily="34" charset="0"/>
              </a:rPr>
              <a:t> </a:t>
            </a:r>
            <a:r>
              <a:rPr lang="pt-BR" sz="2000" dirty="0" err="1">
                <a:solidFill>
                  <a:schemeClr val="tx1"/>
                </a:solidFill>
                <a:latin typeface="Barlow" panose="00000500000000000000" pitchFamily="2" charset="0"/>
                <a:cs typeface="Calibri" panose="020F0502020204030204" pitchFamily="34" charset="0"/>
              </a:rPr>
              <a:t>Accontants</a:t>
            </a:r>
            <a:r>
              <a:rPr lang="pt-BR" sz="2000" dirty="0">
                <a:solidFill>
                  <a:schemeClr val="tx1"/>
                </a:solidFill>
                <a:latin typeface="Barlow" panose="00000500000000000000" pitchFamily="2" charset="0"/>
                <a:cs typeface="Calibri" panose="020F0502020204030204" pitchFamily="34" charset="0"/>
              </a:rPr>
              <a:t>), define controle interno como “o plano da organização e todos os métodos e medidas coordenadas, aplicadas a uma empresa, a fim de proteger seus bens, conferir a exatidão e a fidelidade de seus dados contábeis, promover e estimular a obediência às diretrizes administrativas estabelecidas”.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FAE203-ECC8-B9EA-213C-C8DCA88E8298}"/>
              </a:ext>
            </a:extLst>
          </p:cNvPr>
          <p:cNvSpPr>
            <a:spLocks noGrp="1"/>
          </p:cNvSpPr>
          <p:nvPr>
            <p:ph type="title"/>
          </p:nvPr>
        </p:nvSpPr>
        <p:spPr/>
        <p:txBody>
          <a:bodyPr/>
          <a:lstStyle/>
          <a:p>
            <a:endParaRPr lang="pt-BR"/>
          </a:p>
        </p:txBody>
      </p:sp>
      <p:sp>
        <p:nvSpPr>
          <p:cNvPr id="3" name="Espaço Reservado para Texto 2">
            <a:extLst>
              <a:ext uri="{FF2B5EF4-FFF2-40B4-BE49-F238E27FC236}">
                <a16:creationId xmlns:a16="http://schemas.microsoft.com/office/drawing/2014/main" id="{55F56853-18C4-FB33-DCA5-188F18BE3404}"/>
              </a:ext>
            </a:extLst>
          </p:cNvPr>
          <p:cNvSpPr>
            <a:spLocks noGrp="1"/>
          </p:cNvSpPr>
          <p:nvPr>
            <p:ph type="body" idx="1"/>
          </p:nvPr>
        </p:nvSpPr>
        <p:spPr>
          <a:xfrm>
            <a:off x="720000" y="1862817"/>
            <a:ext cx="9871800" cy="2937783"/>
          </a:xfrm>
        </p:spPr>
        <p:txBody>
          <a:bodyPr/>
          <a:lstStyle/>
          <a:p>
            <a:pPr algn="just"/>
            <a:r>
              <a:rPr lang="pt-BR" sz="1800" dirty="0"/>
              <a:t>Comitê de organização patrocinadora da Comissão </a:t>
            </a:r>
            <a:r>
              <a:rPr lang="pt-BR" sz="1800" dirty="0" err="1"/>
              <a:t>Treadway</a:t>
            </a:r>
            <a:r>
              <a:rPr lang="pt-BR" sz="1800" dirty="0"/>
              <a:t> – COSO, elaborou procedimentos específicos para o cumprimento da Lei </a:t>
            </a:r>
            <a:r>
              <a:rPr lang="pt-BR" sz="1800" dirty="0" err="1"/>
              <a:t>Sarbanes</a:t>
            </a:r>
            <a:r>
              <a:rPr lang="pt-BR" sz="1800" dirty="0"/>
              <a:t>-Oxley- SOX (assinada pelos senadores </a:t>
            </a:r>
            <a:r>
              <a:rPr lang="pt-BR" sz="1800" dirty="0" err="1"/>
              <a:t>Sarbanes</a:t>
            </a:r>
            <a:r>
              <a:rPr lang="pt-BR" sz="1800" dirty="0"/>
              <a:t> e Oxley, 2m 2020), o COSO desmistifica a estrutura de um controle interno com o objetivo de operacional a aplicação deste ao ambiente de negócios de forma eficaz Carvalho et al. (2021).</a:t>
            </a:r>
          </a:p>
          <a:p>
            <a:pPr algn="just"/>
            <a:endParaRPr lang="pt-BR" sz="1800" dirty="0"/>
          </a:p>
          <a:p>
            <a:pPr algn="just"/>
            <a:r>
              <a:rPr lang="pt-BR" sz="1800" dirty="0"/>
              <a:t>Na contramão do internacional exposto, o programa utilizado pelo TCU entende que estabelecido o controle interno, é entendido como instrumento de </a:t>
            </a:r>
            <a:r>
              <a:rPr lang="pt-BR" sz="1800" dirty="0" err="1"/>
              <a:t>accountability</a:t>
            </a:r>
            <a:r>
              <a:rPr lang="pt-BR" sz="1800" dirty="0"/>
              <a:t>, sendo este a obrigatoriedade de prestação de contas das ações desempenhadas, decorrente da delegação de poder.</a:t>
            </a:r>
          </a:p>
          <a:p>
            <a:pPr algn="just"/>
            <a:endParaRPr lang="pt-BR" sz="1800" dirty="0"/>
          </a:p>
        </p:txBody>
      </p:sp>
      <p:graphicFrame>
        <p:nvGraphicFramePr>
          <p:cNvPr id="4" name="Diagrama 3">
            <a:extLst>
              <a:ext uri="{FF2B5EF4-FFF2-40B4-BE49-F238E27FC236}">
                <a16:creationId xmlns:a16="http://schemas.microsoft.com/office/drawing/2014/main" id="{EE7A99ED-2A62-18B0-793B-A4CD53F99644}"/>
              </a:ext>
            </a:extLst>
          </p:cNvPr>
          <p:cNvGraphicFramePr/>
          <p:nvPr>
            <p:extLst>
              <p:ext uri="{D42A27DB-BD31-4B8C-83A1-F6EECF244321}">
                <p14:modId xmlns:p14="http://schemas.microsoft.com/office/powerpoint/2010/main" val="758650887"/>
              </p:ext>
            </p:extLst>
          </p:nvPr>
        </p:nvGraphicFramePr>
        <p:xfrm>
          <a:off x="2882900" y="5237244"/>
          <a:ext cx="6426200" cy="10329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46759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rPr>
              <a:t>Controle Interno</a:t>
            </a:r>
            <a:endParaRPr sz="3200" b="1" dirty="0">
              <a:latin typeface="Barlow" panose="00000500000000000000" pitchFamily="2" charset="0"/>
            </a:endParaRPr>
          </a:p>
        </p:txBody>
      </p:sp>
      <p:sp>
        <p:nvSpPr>
          <p:cNvPr id="46" name="Google Shape;46;p10"/>
          <p:cNvSpPr txBox="1">
            <a:spLocks noGrp="1"/>
          </p:cNvSpPr>
          <p:nvPr>
            <p:ph type="body" idx="1"/>
          </p:nvPr>
        </p:nvSpPr>
        <p:spPr>
          <a:xfrm>
            <a:off x="720000" y="1890488"/>
            <a:ext cx="11308000" cy="4424878"/>
          </a:xfrm>
          <a:prstGeom prst="rect">
            <a:avLst/>
          </a:prstGeom>
        </p:spPr>
        <p:txBody>
          <a:bodyPr spcFirstLastPara="1" wrap="square" lIns="121900" tIns="121900" rIns="121900" bIns="121900" anchor="t" anchorCtr="0">
            <a:noAutofit/>
          </a:bodyPr>
          <a:lstStyle/>
          <a:p>
            <a:pPr marL="0" indent="0" algn="just">
              <a:buNone/>
            </a:pPr>
            <a:r>
              <a:rPr lang="pt-BR" sz="2800" dirty="0"/>
              <a:t>As políticas de controle interno são fundamentais para alcançar a transparência na gestão dos gastos públicos. Traçando a linha histórica do controle interno do Brasil mostra que o foco na construção do pensamento de integridade, bem como os sistemas de controle interno ocorreu pouco antes da promulgação da Carta Magna de nosso país. Normatizando de forma clara a estrutura, ações e prazos necessários para implementar o plano de integridade. </a:t>
            </a:r>
          </a:p>
        </p:txBody>
      </p:sp>
    </p:spTree>
    <p:extLst>
      <p:ext uri="{BB962C8B-B14F-4D97-AF65-F5344CB8AC3E}">
        <p14:creationId xmlns:p14="http://schemas.microsoft.com/office/powerpoint/2010/main" val="15484220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dirty="0"/>
              <a:t>Controle Interno</a:t>
            </a:r>
            <a:endParaRPr sz="3200" dirty="0"/>
          </a:p>
        </p:txBody>
      </p:sp>
      <p:sp>
        <p:nvSpPr>
          <p:cNvPr id="46" name="Google Shape;46;p10"/>
          <p:cNvSpPr txBox="1">
            <a:spLocks noGrp="1"/>
          </p:cNvSpPr>
          <p:nvPr>
            <p:ph type="body" idx="1"/>
          </p:nvPr>
        </p:nvSpPr>
        <p:spPr>
          <a:xfrm>
            <a:off x="126609" y="1890488"/>
            <a:ext cx="11901391" cy="4675204"/>
          </a:xfrm>
          <a:prstGeom prst="rect">
            <a:avLst/>
          </a:prstGeom>
        </p:spPr>
        <p:txBody>
          <a:bodyPr spcFirstLastPara="1" wrap="square" lIns="121900" tIns="121900" rIns="121900" bIns="121900" numCol="2" anchor="t" anchorCtr="0">
            <a:noAutofit/>
          </a:bodyPr>
          <a:lstStyle/>
          <a:p>
            <a:pPr marL="152392" indent="0" algn="just">
              <a:lnSpc>
                <a:spcPct val="107000"/>
              </a:lnSpc>
              <a:spcAft>
                <a:spcPts val="800"/>
              </a:spcAft>
              <a:buNone/>
            </a:pPr>
            <a:r>
              <a:rPr lang="pt-BR" sz="1800" dirty="0">
                <a:effectLst/>
                <a:latin typeface="Barlow" panose="00000500000000000000" pitchFamily="2" charset="0"/>
                <a:ea typeface="Calibri" panose="020F0502020204030204" pitchFamily="34" charset="0"/>
                <a:cs typeface="Times New Roman" panose="02020603050405020304" pitchFamily="18" charset="0"/>
              </a:rPr>
              <a:t>Art. 74. Os Poderes Legislativo, Executivo e Judiciário manterão, de forma </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marL="152392" indent="0" algn="just">
              <a:lnSpc>
                <a:spcPct val="107000"/>
              </a:lnSpc>
              <a:spcAft>
                <a:spcPts val="800"/>
              </a:spcAft>
              <a:buNone/>
            </a:pPr>
            <a:r>
              <a:rPr lang="pt-BR" sz="1800" dirty="0">
                <a:effectLst/>
                <a:latin typeface="Barlow" panose="00000500000000000000" pitchFamily="2" charset="0"/>
                <a:ea typeface="Calibri" panose="020F0502020204030204" pitchFamily="34" charset="0"/>
                <a:cs typeface="Times New Roman" panose="02020603050405020304" pitchFamily="18" charset="0"/>
              </a:rPr>
              <a:t>integrada, sistema de </a:t>
            </a:r>
            <a:r>
              <a:rPr lang="pt-BR" sz="1800" b="1" dirty="0">
                <a:effectLst/>
                <a:latin typeface="Barlow" panose="00000500000000000000" pitchFamily="2" charset="0"/>
                <a:ea typeface="Calibri" panose="020F0502020204030204" pitchFamily="34" charset="0"/>
                <a:cs typeface="Times New Roman" panose="02020603050405020304" pitchFamily="18" charset="0"/>
              </a:rPr>
              <a:t>controle interno</a:t>
            </a:r>
            <a:r>
              <a:rPr lang="pt-BR" sz="1800" dirty="0">
                <a:effectLst/>
                <a:latin typeface="Barlow" panose="00000500000000000000" pitchFamily="2" charset="0"/>
                <a:ea typeface="Calibri" panose="020F0502020204030204" pitchFamily="34" charset="0"/>
                <a:cs typeface="Times New Roman" panose="02020603050405020304" pitchFamily="18" charset="0"/>
              </a:rPr>
              <a:t> com a finalidade de:</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marL="152392" indent="0" algn="just">
              <a:lnSpc>
                <a:spcPct val="107000"/>
              </a:lnSpc>
              <a:spcAft>
                <a:spcPts val="800"/>
              </a:spcAft>
              <a:buNone/>
            </a:pPr>
            <a:r>
              <a:rPr lang="pt-BR" sz="1800" dirty="0">
                <a:effectLst/>
                <a:latin typeface="Barlow" panose="00000500000000000000" pitchFamily="2" charset="0"/>
                <a:ea typeface="Calibri" panose="020F0502020204030204" pitchFamily="34" charset="0"/>
                <a:cs typeface="Times New Roman" panose="02020603050405020304" pitchFamily="18" charset="0"/>
              </a:rPr>
              <a:t>I - avaliar o cumprimento das metas previstas no plano plurianual, a execução dos programas de governo e dos orçamentos da União;</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marL="152392" indent="0" algn="just">
              <a:lnSpc>
                <a:spcPct val="107000"/>
              </a:lnSpc>
              <a:spcAft>
                <a:spcPts val="800"/>
              </a:spcAft>
              <a:buNone/>
            </a:pPr>
            <a:r>
              <a:rPr lang="pt-BR" sz="1800" dirty="0">
                <a:effectLst/>
                <a:latin typeface="Barlow" panose="00000500000000000000" pitchFamily="2" charset="0"/>
                <a:ea typeface="Calibri" panose="020F0502020204030204" pitchFamily="34" charset="0"/>
                <a:cs typeface="Times New Roman" panose="02020603050405020304" pitchFamily="18" charset="0"/>
              </a:rPr>
              <a:t>II - comprovar a legalidade e avaliar os resultados, quanto à eficácia e eficiência, da gestão orçamentária, financeira e patrimonial nos órgãos e entidades da administração federal, bem como da aplicação de recursos públicos por entidades de direito privado;</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marL="152392" indent="0" algn="just">
              <a:lnSpc>
                <a:spcPct val="107000"/>
              </a:lnSpc>
              <a:spcAft>
                <a:spcPts val="800"/>
              </a:spcAft>
              <a:buNone/>
            </a:pPr>
            <a:r>
              <a:rPr lang="pt-BR" sz="1800" dirty="0">
                <a:effectLst/>
                <a:latin typeface="Barlow" panose="00000500000000000000" pitchFamily="2" charset="0"/>
                <a:ea typeface="Calibri" panose="020F0502020204030204" pitchFamily="34" charset="0"/>
                <a:cs typeface="Times New Roman" panose="02020603050405020304" pitchFamily="18" charset="0"/>
              </a:rPr>
              <a:t>III - exercer o controle das operações de crédito, avais e garantias, bem como </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marL="152392" indent="0" algn="just">
              <a:lnSpc>
                <a:spcPct val="107000"/>
              </a:lnSpc>
              <a:spcAft>
                <a:spcPts val="800"/>
              </a:spcAft>
              <a:buNone/>
            </a:pPr>
            <a:r>
              <a:rPr lang="pt-BR" sz="1800" dirty="0">
                <a:effectLst/>
                <a:latin typeface="Barlow" panose="00000500000000000000" pitchFamily="2" charset="0"/>
                <a:ea typeface="Calibri" panose="020F0502020204030204" pitchFamily="34" charset="0"/>
                <a:cs typeface="Times New Roman" panose="02020603050405020304" pitchFamily="18" charset="0"/>
              </a:rPr>
              <a:t>dos direitos e haveres da União;</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marL="152392" indent="0" algn="just">
              <a:lnSpc>
                <a:spcPct val="107000"/>
              </a:lnSpc>
              <a:spcAft>
                <a:spcPts val="800"/>
              </a:spcAft>
              <a:buNone/>
            </a:pPr>
            <a:r>
              <a:rPr lang="pt-BR" sz="1800" dirty="0">
                <a:effectLst/>
                <a:latin typeface="Barlow" panose="00000500000000000000" pitchFamily="2" charset="0"/>
                <a:ea typeface="Calibri" panose="020F0502020204030204" pitchFamily="34" charset="0"/>
                <a:cs typeface="Times New Roman" panose="02020603050405020304" pitchFamily="18" charset="0"/>
              </a:rPr>
              <a:t>IV - apoiar o controle externo no exercício de sua missão institucional.</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marL="152392" indent="0" algn="just">
              <a:lnSpc>
                <a:spcPct val="107000"/>
              </a:lnSpc>
              <a:spcAft>
                <a:spcPts val="800"/>
              </a:spcAft>
              <a:buNone/>
            </a:pPr>
            <a:r>
              <a:rPr lang="pt-BR" sz="1800" dirty="0">
                <a:effectLst/>
                <a:latin typeface="Barlow" panose="00000500000000000000" pitchFamily="2" charset="0"/>
                <a:ea typeface="Calibri" panose="020F0502020204030204" pitchFamily="34" charset="0"/>
                <a:cs typeface="Times New Roman" panose="02020603050405020304" pitchFamily="18" charset="0"/>
              </a:rPr>
              <a:t>§ 1º Os responsáveis pelo controle interno, ao tomarem conhecimento de qualquer irregularidade ou ilegalidade, dela darão ciência ao Tribunal de Contas da União, sob pena de responsabilidade solidária.</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marL="152392" indent="0" algn="just">
              <a:lnSpc>
                <a:spcPct val="107000"/>
              </a:lnSpc>
              <a:spcAft>
                <a:spcPts val="800"/>
              </a:spcAft>
              <a:buNone/>
            </a:pPr>
            <a:r>
              <a:rPr lang="pt-BR" sz="1800" dirty="0">
                <a:effectLst/>
                <a:latin typeface="Barlow" panose="00000500000000000000" pitchFamily="2" charset="0"/>
                <a:ea typeface="Calibri" panose="020F0502020204030204" pitchFamily="34" charset="0"/>
                <a:cs typeface="Times New Roman" panose="02020603050405020304" pitchFamily="18" charset="0"/>
              </a:rPr>
              <a:t>§ 2º Qualquer cidadão, partido político, associação ou sindicato é parte </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marL="152392" indent="0" algn="just">
              <a:lnSpc>
                <a:spcPct val="107000"/>
              </a:lnSpc>
              <a:spcAft>
                <a:spcPts val="800"/>
              </a:spcAft>
              <a:buNone/>
            </a:pPr>
            <a:r>
              <a:rPr lang="pt-BR" sz="1800" dirty="0">
                <a:effectLst/>
                <a:latin typeface="Barlow" panose="00000500000000000000" pitchFamily="2" charset="0"/>
                <a:ea typeface="Calibri" panose="020F0502020204030204" pitchFamily="34" charset="0"/>
                <a:cs typeface="Times New Roman" panose="02020603050405020304" pitchFamily="18" charset="0"/>
              </a:rPr>
              <a:t>legítima para, na forma da lei, denunciar irregularidades ou ilegalidades </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marL="152392" indent="0" algn="just">
              <a:lnSpc>
                <a:spcPct val="107000"/>
              </a:lnSpc>
              <a:spcAft>
                <a:spcPts val="800"/>
              </a:spcAft>
              <a:buNone/>
            </a:pPr>
            <a:r>
              <a:rPr lang="pt-BR" sz="1800" dirty="0">
                <a:effectLst/>
                <a:latin typeface="Barlow" panose="00000500000000000000" pitchFamily="2" charset="0"/>
                <a:ea typeface="Calibri" panose="020F0502020204030204" pitchFamily="34" charset="0"/>
                <a:cs typeface="Times New Roman" panose="02020603050405020304" pitchFamily="18" charset="0"/>
              </a:rPr>
              <a:t>perante o Tribunal de Contas da União. (BRASIL, 1988)</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475924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D0D6C9-5A10-1CB2-7348-25E08E7CEF92}"/>
              </a:ext>
            </a:extLst>
          </p:cNvPr>
          <p:cNvSpPr>
            <a:spLocks noGrp="1"/>
          </p:cNvSpPr>
          <p:nvPr>
            <p:ph type="title"/>
          </p:nvPr>
        </p:nvSpPr>
        <p:spPr/>
        <p:txBody>
          <a:bodyPr/>
          <a:lstStyle/>
          <a:p>
            <a:r>
              <a:rPr lang="pt-BR" sz="2800" b="1" dirty="0">
                <a:latin typeface="Barlow" panose="00000500000000000000" pitchFamily="2" charset="0"/>
              </a:rPr>
              <a:t>Controle Interno</a:t>
            </a:r>
            <a:endParaRPr lang="pt-BR" dirty="0"/>
          </a:p>
        </p:txBody>
      </p:sp>
      <p:sp>
        <p:nvSpPr>
          <p:cNvPr id="3" name="Espaço Reservado para Texto 2">
            <a:extLst>
              <a:ext uri="{FF2B5EF4-FFF2-40B4-BE49-F238E27FC236}">
                <a16:creationId xmlns:a16="http://schemas.microsoft.com/office/drawing/2014/main" id="{984D7E67-F05D-BD50-B871-3E95963288C8}"/>
              </a:ext>
            </a:extLst>
          </p:cNvPr>
          <p:cNvSpPr>
            <a:spLocks noGrp="1"/>
          </p:cNvSpPr>
          <p:nvPr>
            <p:ph type="body" idx="1"/>
          </p:nvPr>
        </p:nvSpPr>
        <p:spPr/>
        <p:txBody>
          <a:bodyPr/>
          <a:lstStyle/>
          <a:p>
            <a:endParaRPr lang="pt-BR" dirty="0"/>
          </a:p>
        </p:txBody>
      </p:sp>
      <p:pic>
        <p:nvPicPr>
          <p:cNvPr id="4" name="Imagem 3">
            <a:extLst>
              <a:ext uri="{FF2B5EF4-FFF2-40B4-BE49-F238E27FC236}">
                <a16:creationId xmlns:a16="http://schemas.microsoft.com/office/drawing/2014/main" id="{5D194717-F5F9-CDE4-383A-4BF609DC3579}"/>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887455" y="2079831"/>
            <a:ext cx="6417090" cy="4018520"/>
          </a:xfrm>
          <a:prstGeom prst="rect">
            <a:avLst/>
          </a:prstGeom>
          <a:noFill/>
          <a:ln w="3175">
            <a:solidFill>
              <a:schemeClr val="tx1"/>
            </a:solidFill>
          </a:ln>
        </p:spPr>
      </p:pic>
    </p:spTree>
    <p:extLst>
      <p:ext uri="{BB962C8B-B14F-4D97-AF65-F5344CB8AC3E}">
        <p14:creationId xmlns:p14="http://schemas.microsoft.com/office/powerpoint/2010/main" val="21237612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C41DAE-6E2A-91ED-CA89-2F026907CBB0}"/>
              </a:ext>
            </a:extLst>
          </p:cNvPr>
          <p:cNvSpPr>
            <a:spLocks noGrp="1"/>
          </p:cNvSpPr>
          <p:nvPr>
            <p:ph type="title"/>
          </p:nvPr>
        </p:nvSpPr>
        <p:spPr/>
        <p:txBody>
          <a:bodyPr/>
          <a:lstStyle/>
          <a:p>
            <a:r>
              <a:rPr lang="pt-BR" dirty="0"/>
              <a:t>Controle Interno Público</a:t>
            </a:r>
          </a:p>
        </p:txBody>
      </p:sp>
      <p:sp>
        <p:nvSpPr>
          <p:cNvPr id="3" name="Espaço Reservado para Texto 2">
            <a:extLst>
              <a:ext uri="{FF2B5EF4-FFF2-40B4-BE49-F238E27FC236}">
                <a16:creationId xmlns:a16="http://schemas.microsoft.com/office/drawing/2014/main" id="{96CABD53-D914-F6D2-4C56-64510FE597B9}"/>
              </a:ext>
            </a:extLst>
          </p:cNvPr>
          <p:cNvSpPr>
            <a:spLocks noGrp="1"/>
          </p:cNvSpPr>
          <p:nvPr>
            <p:ph type="body" idx="1"/>
          </p:nvPr>
        </p:nvSpPr>
        <p:spPr>
          <a:xfrm>
            <a:off x="720000" y="1862817"/>
            <a:ext cx="10632628" cy="4452549"/>
          </a:xfrm>
        </p:spPr>
        <p:txBody>
          <a:bodyPr/>
          <a:lstStyle/>
          <a:p>
            <a:pPr algn="just"/>
            <a:r>
              <a:rPr lang="pt-BR" sz="2800" dirty="0">
                <a:effectLst/>
                <a:latin typeface="Barlow" panose="00000500000000000000" pitchFamily="2" charset="0"/>
                <a:ea typeface="Calibri" panose="020F0502020204030204" pitchFamily="34" charset="0"/>
                <a:cs typeface="Times New Roman" panose="02020603050405020304" pitchFamily="18" charset="0"/>
              </a:rPr>
              <a:t>Segundo ALEXANDRINO e PAULO (2017, p. 949) o </a:t>
            </a:r>
            <a:r>
              <a:rPr lang="pt-BR" sz="2800" b="1" dirty="0">
                <a:effectLst/>
                <a:latin typeface="Barlow" panose="00000500000000000000" pitchFamily="2" charset="0"/>
                <a:ea typeface="Calibri" panose="020F0502020204030204" pitchFamily="34" charset="0"/>
                <a:cs typeface="Times New Roman" panose="02020603050405020304" pitchFamily="18" charset="0"/>
              </a:rPr>
              <a:t>Controle Interno na Administração Pública</a:t>
            </a:r>
            <a:r>
              <a:rPr lang="pt-BR" sz="2800" dirty="0">
                <a:effectLst/>
                <a:latin typeface="Barlow" panose="00000500000000000000" pitchFamily="2" charset="0"/>
                <a:ea typeface="Calibri" panose="020F0502020204030204" pitchFamily="34" charset="0"/>
                <a:cs typeface="Times New Roman" panose="02020603050405020304" pitchFamily="18" charset="0"/>
              </a:rPr>
              <a:t> é exercido dentro de um mesmo Poder por meio de conjunto de ferramentas que o próprio ordenamento jurídico estabelece, como visto na norma constitucional supracitada, realizados por órgãos de controle e fiscalização</a:t>
            </a:r>
            <a:endParaRPr lang="pt-BR" sz="2800" dirty="0"/>
          </a:p>
        </p:txBody>
      </p:sp>
    </p:spTree>
    <p:extLst>
      <p:ext uri="{BB962C8B-B14F-4D97-AF65-F5344CB8AC3E}">
        <p14:creationId xmlns:p14="http://schemas.microsoft.com/office/powerpoint/2010/main" val="28838179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PONTOS PRINCIPAIS ABORDADOS NA AULA</a:t>
            </a:r>
            <a:endParaRPr sz="3200" dirty="0"/>
          </a:p>
        </p:txBody>
      </p:sp>
      <p:sp>
        <p:nvSpPr>
          <p:cNvPr id="52" name="Google Shape;52;p11"/>
          <p:cNvSpPr txBox="1">
            <a:spLocks noGrp="1"/>
          </p:cNvSpPr>
          <p:nvPr>
            <p:ph type="body" idx="1"/>
          </p:nvPr>
        </p:nvSpPr>
        <p:spPr>
          <a:xfrm>
            <a:off x="840000" y="1905479"/>
            <a:ext cx="11308000" cy="4454857"/>
          </a:xfrm>
          <a:prstGeom prst="rect">
            <a:avLst/>
          </a:prstGeom>
        </p:spPr>
        <p:txBody>
          <a:bodyPr spcFirstLastPara="1" wrap="square" lIns="121900" tIns="121900" rIns="121900" bIns="121900" anchor="t" anchorCtr="0">
            <a:noAutofit/>
          </a:bodyPr>
          <a:lstStyle/>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Origem da Controle Interno</a:t>
            </a:r>
          </a:p>
          <a:p>
            <a:pPr algn="just">
              <a:lnSpc>
                <a:spcPct val="150000"/>
              </a:lnSpc>
              <a:buSzPct val="75000"/>
              <a:buFont typeface="Arial" panose="020B0604020202020204" pitchFamily="34" charset="0"/>
              <a:buChar char="•"/>
            </a:pPr>
            <a:r>
              <a:rPr lang="pt-BR" sz="2800" dirty="0"/>
              <a:t>Finalidade do Controle Interno</a:t>
            </a:r>
          </a:p>
          <a:p>
            <a:pPr algn="just">
              <a:lnSpc>
                <a:spcPct val="150000"/>
              </a:lnSpc>
              <a:buSzPct val="75000"/>
              <a:buFont typeface="Arial" panose="020B0604020202020204" pitchFamily="34" charset="0"/>
              <a:buChar char="•"/>
            </a:pPr>
            <a:r>
              <a:rPr lang="pt-BR" sz="2800" dirty="0"/>
              <a:t>Controle Interno Público</a:t>
            </a:r>
            <a:endParaRPr sz="2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40;p9">
            <a:extLst>
              <a:ext uri="{FF2B5EF4-FFF2-40B4-BE49-F238E27FC236}">
                <a16:creationId xmlns:a16="http://schemas.microsoft.com/office/drawing/2014/main" id="{E177857F-664C-EDF2-6EBD-431C90116649}"/>
              </a:ext>
            </a:extLst>
          </p:cNvPr>
          <p:cNvSpPr txBox="1">
            <a:spLocks noGrp="1"/>
          </p:cNvSpPr>
          <p:nvPr>
            <p:ph type="title"/>
          </p:nvPr>
        </p:nvSpPr>
        <p:spPr>
          <a:xfrm>
            <a:off x="4704800" y="1558400"/>
            <a:ext cx="7088400" cy="3741200"/>
          </a:xfrm>
          <a:prstGeom prst="rect">
            <a:avLst/>
          </a:prstGeom>
        </p:spPr>
        <p:txBody>
          <a:bodyPr spcFirstLastPara="1" wrap="square" lIns="121900" tIns="121900" rIns="121900" bIns="121900" anchor="ctr" anchorCtr="0">
            <a:normAutofit/>
          </a:bodyPr>
          <a:lstStyle/>
          <a:p>
            <a:r>
              <a:rPr lang="pt-BR" dirty="0"/>
              <a:t>Auditoria Interna</a:t>
            </a:r>
            <a:endParaRPr dirty="0"/>
          </a:p>
        </p:txBody>
      </p:sp>
    </p:spTree>
    <p:extLst>
      <p:ext uri="{BB962C8B-B14F-4D97-AF65-F5344CB8AC3E}">
        <p14:creationId xmlns:p14="http://schemas.microsoft.com/office/powerpoint/2010/main" val="35189040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cs typeface="Calibri" panose="020F0502020204030204" pitchFamily="34" charset="0"/>
              </a:rPr>
              <a:t>Origem da Auditoria Interna</a:t>
            </a:r>
            <a:endParaRPr sz="3200" b="1" dirty="0">
              <a:solidFill>
                <a:srgbClr val="FF0000"/>
              </a:solidFill>
              <a:latin typeface="Barlow" panose="00000500000000000000" pitchFamily="2" charset="0"/>
              <a:cs typeface="Calibri" panose="020F0502020204030204" pitchFamily="34" charset="0"/>
            </a:endParaRPr>
          </a:p>
        </p:txBody>
      </p:sp>
      <p:sp>
        <p:nvSpPr>
          <p:cNvPr id="46" name="Google Shape;46;p10"/>
          <p:cNvSpPr txBox="1">
            <a:spLocks noGrp="1"/>
          </p:cNvSpPr>
          <p:nvPr>
            <p:ph type="body" idx="1"/>
          </p:nvPr>
        </p:nvSpPr>
        <p:spPr>
          <a:xfrm>
            <a:off x="840000" y="2173574"/>
            <a:ext cx="11210486" cy="4203482"/>
          </a:xfrm>
          <a:prstGeom prst="rect">
            <a:avLst/>
          </a:prstGeom>
        </p:spPr>
        <p:txBody>
          <a:bodyPr spcFirstLastPara="1" wrap="square" lIns="121900" tIns="121900" rIns="121900" bIns="121900" anchor="t" anchorCtr="0">
            <a:noAutofit/>
          </a:bodyPr>
          <a:lstStyle/>
          <a:p>
            <a:pPr marL="0" indent="0" algn="just">
              <a:lnSpc>
                <a:spcPct val="150000"/>
              </a:lnSpc>
              <a:buNone/>
            </a:pPr>
            <a:r>
              <a:rPr lang="pt-BR" sz="2800" dirty="0">
                <a:effectLst/>
                <a:latin typeface="Barlow" panose="00000500000000000000" pitchFamily="2" charset="0"/>
                <a:ea typeface="Calibri" panose="020F0502020204030204" pitchFamily="34" charset="0"/>
                <a:cs typeface="Times New Roman" panose="02020603050405020304" pitchFamily="18" charset="0"/>
              </a:rPr>
              <a:t>Segundo entende Pinheiro (2022), que o objetivo da auditoria pública, tem o condão de avaliar a gestão pública por meio de processos e resultados de gestão e aplicação de recursos. publicados por entidades de direito público e privado, através de Situações encontradas sob determinadas normas técnicas, operacionais ou legais. </a:t>
            </a:r>
            <a:endParaRPr lang="pt-BR" sz="2800" dirty="0">
              <a:solidFill>
                <a:schemeClr val="tx1"/>
              </a:solidFill>
              <a:latin typeface="Barlow" panose="00000500000000000000" pitchFamily="2" charset="0"/>
              <a:cs typeface="Calibri" panose="020F0502020204030204"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rPr>
              <a:t>Conceito de Auditoria Interna</a:t>
            </a:r>
            <a:endParaRPr sz="3200" b="1" dirty="0">
              <a:latin typeface="Barlow" panose="00000500000000000000" pitchFamily="2" charset="0"/>
            </a:endParaRPr>
          </a:p>
        </p:txBody>
      </p:sp>
      <p:sp>
        <p:nvSpPr>
          <p:cNvPr id="46" name="Google Shape;46;p10"/>
          <p:cNvSpPr txBox="1">
            <a:spLocks noGrp="1"/>
          </p:cNvSpPr>
          <p:nvPr>
            <p:ph type="body" idx="1"/>
          </p:nvPr>
        </p:nvSpPr>
        <p:spPr>
          <a:xfrm>
            <a:off x="720000" y="1890488"/>
            <a:ext cx="10829575" cy="4424878"/>
          </a:xfrm>
          <a:prstGeom prst="rect">
            <a:avLst/>
          </a:prstGeom>
        </p:spPr>
        <p:txBody>
          <a:bodyPr spcFirstLastPara="1" wrap="square" lIns="121900" tIns="121900" rIns="121900" bIns="121900" anchor="t" anchorCtr="0">
            <a:noAutofit/>
          </a:bodyPr>
          <a:lstStyle/>
          <a:p>
            <a:pPr indent="0" algn="just">
              <a:lnSpc>
                <a:spcPct val="100000"/>
              </a:lnSpc>
              <a:spcAft>
                <a:spcPts val="800"/>
              </a:spcAft>
              <a:buNone/>
            </a:pPr>
            <a:r>
              <a:rPr lang="pt-BR" sz="1800" dirty="0">
                <a:effectLst/>
                <a:latin typeface="Barlow" panose="00000500000000000000" pitchFamily="2" charset="0"/>
                <a:ea typeface="Calibri" panose="020F0502020204030204" pitchFamily="34" charset="0"/>
                <a:cs typeface="Times New Roman" panose="02020603050405020304" pitchFamily="18" charset="0"/>
              </a:rPr>
              <a:t>Decreto nº 9.203/17,  Art. 18 A auditoria interna governamental deverá adicionar valor e melhorar as operações das organizações para o alcance de seus objetivos, mediante a abordagem sistemática e disciplinada para avaliar e melhorar a eficácia dos processos de gerenciamento de riscos, dos controles e da governança, por meio da:</a:t>
            </a:r>
          </a:p>
          <a:p>
            <a:pPr indent="0" algn="just">
              <a:lnSpc>
                <a:spcPct val="100000"/>
              </a:lnSpc>
              <a:spcAft>
                <a:spcPts val="800"/>
              </a:spcAft>
              <a:buNone/>
            </a:pP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marL="152392" indent="0" algn="just">
              <a:lnSpc>
                <a:spcPct val="107000"/>
              </a:lnSpc>
              <a:spcAft>
                <a:spcPts val="800"/>
              </a:spcAft>
              <a:buNone/>
            </a:pPr>
            <a:r>
              <a:rPr lang="pt-BR" sz="1800" dirty="0">
                <a:effectLst/>
                <a:latin typeface="Barlow" panose="00000500000000000000" pitchFamily="2" charset="0"/>
                <a:ea typeface="Calibri" panose="020F0502020204030204" pitchFamily="34" charset="0"/>
                <a:cs typeface="Times New Roman" panose="02020603050405020304" pitchFamily="18" charset="0"/>
              </a:rPr>
              <a:t>I - realização de trabalhos de avaliação e consultoria de forma independente, segundo os padrões de auditoria e ética profissional reconhecidos internacionalmente;</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marL="152392" indent="0" algn="just">
              <a:lnSpc>
                <a:spcPct val="107000"/>
              </a:lnSpc>
              <a:spcAft>
                <a:spcPts val="800"/>
              </a:spcAft>
              <a:buNone/>
            </a:pPr>
            <a:r>
              <a:rPr lang="pt-BR" sz="1800" dirty="0">
                <a:effectLst/>
                <a:latin typeface="Barlow" panose="00000500000000000000" pitchFamily="2" charset="0"/>
                <a:ea typeface="Calibri" panose="020F0502020204030204" pitchFamily="34" charset="0"/>
                <a:cs typeface="Times New Roman" panose="02020603050405020304" pitchFamily="18" charset="0"/>
              </a:rPr>
              <a:t>II - adoção de abordagem baseada em risco para o planejamento de suas atividades e para a definição do escopo, da natureza, da época e da extensão dos procedimentos de auditoria; e</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marL="152392" indent="0" algn="just">
              <a:lnSpc>
                <a:spcPct val="107000"/>
              </a:lnSpc>
              <a:spcAft>
                <a:spcPts val="800"/>
              </a:spcAft>
              <a:buNone/>
            </a:pPr>
            <a:r>
              <a:rPr lang="pt-BR" sz="1800" dirty="0">
                <a:effectLst/>
                <a:latin typeface="Barlow" panose="00000500000000000000" pitchFamily="2" charset="0"/>
                <a:ea typeface="Calibri" panose="020F0502020204030204" pitchFamily="34" charset="0"/>
                <a:cs typeface="Times New Roman" panose="02020603050405020304" pitchFamily="18" charset="0"/>
              </a:rPr>
              <a:t>III - promoção à prevenção, à detecção e à investigação de fraudes praticadas por agentes públicos ou privados na utilização de recursos públicos federais. (BRASIL, 2017)</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428971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728E99-F730-F08C-C155-E4A30C2D7579}"/>
              </a:ext>
            </a:extLst>
          </p:cNvPr>
          <p:cNvSpPr>
            <a:spLocks noGrp="1"/>
          </p:cNvSpPr>
          <p:nvPr>
            <p:ph type="title"/>
          </p:nvPr>
        </p:nvSpPr>
        <p:spPr/>
        <p:txBody>
          <a:bodyPr/>
          <a:lstStyle/>
          <a:p>
            <a:r>
              <a:rPr lang="pt-BR" dirty="0"/>
              <a:t>Auditoria interna e Auditoria externa</a:t>
            </a:r>
          </a:p>
        </p:txBody>
      </p:sp>
      <p:sp>
        <p:nvSpPr>
          <p:cNvPr id="3" name="Espaço Reservado para Texto 2">
            <a:extLst>
              <a:ext uri="{FF2B5EF4-FFF2-40B4-BE49-F238E27FC236}">
                <a16:creationId xmlns:a16="http://schemas.microsoft.com/office/drawing/2014/main" id="{A0714FC0-6C7E-1726-964B-ADD584DD0034}"/>
              </a:ext>
            </a:extLst>
          </p:cNvPr>
          <p:cNvSpPr>
            <a:spLocks noGrp="1"/>
          </p:cNvSpPr>
          <p:nvPr>
            <p:ph type="body" idx="1"/>
          </p:nvPr>
        </p:nvSpPr>
        <p:spPr>
          <a:xfrm>
            <a:off x="720000" y="1862817"/>
            <a:ext cx="10787372" cy="4452549"/>
          </a:xfrm>
        </p:spPr>
        <p:txBody>
          <a:bodyPr/>
          <a:lstStyle/>
          <a:p>
            <a:pPr marL="152392" indent="0" algn="just">
              <a:buNone/>
            </a:pPr>
            <a:r>
              <a:rPr lang="pt-BR" sz="2400" dirty="0">
                <a:effectLst/>
                <a:latin typeface="Barlow" panose="00000500000000000000" pitchFamily="2" charset="0"/>
                <a:ea typeface="Calibri" panose="020F0502020204030204" pitchFamily="34" charset="0"/>
                <a:cs typeface="Times New Roman" panose="02020603050405020304" pitchFamily="18" charset="0"/>
              </a:rPr>
              <a:t>COSO (2007)</a:t>
            </a:r>
          </a:p>
          <a:p>
            <a:pPr marL="152392" indent="0" algn="just">
              <a:buNone/>
            </a:pPr>
            <a:r>
              <a:rPr lang="pt-BR" sz="2400" dirty="0">
                <a:effectLst/>
                <a:latin typeface="Barlow" panose="00000500000000000000" pitchFamily="2" charset="0"/>
                <a:ea typeface="Calibri" panose="020F0502020204030204" pitchFamily="34" charset="0"/>
                <a:cs typeface="Times New Roman" panose="02020603050405020304" pitchFamily="18" charset="0"/>
              </a:rPr>
              <a:t>Sendo o objetivo de uma auditoria externa expressar uma opinião, qual deva exibir a real e fatídica situação patrimonial e financeira da empresa, comprovando seus pareceres por meio de anotações dos registros contábeis, bem como propor soluções e melhorias empresa contratante. Não devendo ser confundido com a atividade do auditor externo quais estão envolvidos em todo o dia-a-dia de uma empresa, enquanto os auditores externos são contratados para realizarem atividades esporádicas, e, especificas. </a:t>
            </a:r>
            <a:endParaRPr lang="pt-BR"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pt-BR" dirty="0"/>
          </a:p>
        </p:txBody>
      </p:sp>
    </p:spTree>
    <p:extLst>
      <p:ext uri="{BB962C8B-B14F-4D97-AF65-F5344CB8AC3E}">
        <p14:creationId xmlns:p14="http://schemas.microsoft.com/office/powerpoint/2010/main" val="6108780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dirty="0"/>
              <a:t>Auditoria e Controle Interno</a:t>
            </a:r>
            <a:endParaRPr sz="3200" dirty="0"/>
          </a:p>
        </p:txBody>
      </p:sp>
      <p:sp>
        <p:nvSpPr>
          <p:cNvPr id="46" name="Google Shape;46;p10"/>
          <p:cNvSpPr txBox="1">
            <a:spLocks noGrp="1"/>
          </p:cNvSpPr>
          <p:nvPr>
            <p:ph type="body" idx="1"/>
          </p:nvPr>
        </p:nvSpPr>
        <p:spPr>
          <a:xfrm>
            <a:off x="720000" y="1890488"/>
            <a:ext cx="10815508" cy="4675204"/>
          </a:xfrm>
          <a:prstGeom prst="rect">
            <a:avLst/>
          </a:prstGeom>
        </p:spPr>
        <p:txBody>
          <a:bodyPr spcFirstLastPara="1" wrap="square" lIns="121900" tIns="121900" rIns="121900" bIns="121900" anchor="t" anchorCtr="0">
            <a:noAutofit/>
          </a:bodyPr>
          <a:lstStyle/>
          <a:p>
            <a:pPr marL="0" indent="0" algn="just">
              <a:buNone/>
            </a:pPr>
            <a:r>
              <a:rPr lang="pt-BR" sz="2800" dirty="0">
                <a:effectLst/>
                <a:latin typeface="Barlow" panose="00000500000000000000" pitchFamily="2" charset="0"/>
                <a:ea typeface="Calibri" panose="020F0502020204030204" pitchFamily="34" charset="0"/>
                <a:cs typeface="Times New Roman" panose="02020603050405020304" pitchFamily="18" charset="0"/>
              </a:rPr>
              <a:t>Podemos nestes modos afirmar que o </a:t>
            </a:r>
            <a:r>
              <a:rPr lang="pt-BR" sz="2800" b="1" dirty="0">
                <a:effectLst/>
                <a:latin typeface="Barlow" panose="00000500000000000000" pitchFamily="2" charset="0"/>
                <a:ea typeface="Calibri" panose="020F0502020204030204" pitchFamily="34" charset="0"/>
                <a:cs typeface="Times New Roman" panose="02020603050405020304" pitchFamily="18" charset="0"/>
              </a:rPr>
              <a:t>controle interno </a:t>
            </a:r>
            <a:r>
              <a:rPr lang="pt-BR" sz="2800" dirty="0">
                <a:effectLst/>
                <a:latin typeface="Barlow" panose="00000500000000000000" pitchFamily="2" charset="0"/>
                <a:ea typeface="Calibri" panose="020F0502020204030204" pitchFamily="34" charset="0"/>
                <a:cs typeface="Times New Roman" panose="02020603050405020304" pitchFamily="18" charset="0"/>
              </a:rPr>
              <a:t>é a base para as atividades da </a:t>
            </a:r>
            <a:r>
              <a:rPr lang="pt-BR" sz="2800" b="1" dirty="0">
                <a:effectLst/>
                <a:latin typeface="Barlow" panose="00000500000000000000" pitchFamily="2" charset="0"/>
                <a:ea typeface="Calibri" panose="020F0502020204030204" pitchFamily="34" charset="0"/>
                <a:cs typeface="Times New Roman" panose="02020603050405020304" pitchFamily="18" charset="0"/>
              </a:rPr>
              <a:t>auditoria interna</a:t>
            </a:r>
            <a:r>
              <a:rPr lang="pt-BR" sz="2800" dirty="0">
                <a:effectLst/>
                <a:latin typeface="Barlow" panose="00000500000000000000" pitchFamily="2" charset="0"/>
                <a:ea typeface="Calibri" panose="020F0502020204030204" pitchFamily="34" charset="0"/>
                <a:cs typeface="Times New Roman" panose="02020603050405020304" pitchFamily="18" charset="0"/>
              </a:rPr>
              <a:t>, quais objetivo principal, é monitorar a gestão de riscos, e recomendar as melhorias para o setor de controle interno.</a:t>
            </a:r>
            <a:endParaRPr lang="pt-BR" sz="2800" i="1" dirty="0">
              <a:solidFill>
                <a:schemeClr val="tx1"/>
              </a:solidFill>
              <a:latin typeface="Barlow" panose="00000500000000000000" pitchFamily="2" charset="0"/>
              <a:cs typeface="Arial" panose="020B0604020202020204" pitchFamily="34" charset="0"/>
            </a:endParaRPr>
          </a:p>
          <a:p>
            <a:pPr marL="0" indent="0" algn="just">
              <a:buNone/>
            </a:pPr>
            <a:endParaRPr lang="pt-BR" sz="2800" dirty="0">
              <a:solidFill>
                <a:schemeClr val="tx1"/>
              </a:solidFill>
              <a:latin typeface="Barlow" panose="00000500000000000000" pitchFamily="2" charset="0"/>
              <a:cs typeface="Calibri" panose="020F0502020204030204" pitchFamily="34" charset="0"/>
            </a:endParaRPr>
          </a:p>
        </p:txBody>
      </p:sp>
    </p:spTree>
    <p:extLst>
      <p:ext uri="{BB962C8B-B14F-4D97-AF65-F5344CB8AC3E}">
        <p14:creationId xmlns:p14="http://schemas.microsoft.com/office/powerpoint/2010/main" val="17862269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PONTOS PRINCIPAIS ABORDADOS NA AULA</a:t>
            </a:r>
            <a:endParaRPr sz="3200" dirty="0"/>
          </a:p>
        </p:txBody>
      </p:sp>
      <p:sp>
        <p:nvSpPr>
          <p:cNvPr id="52" name="Google Shape;52;p11"/>
          <p:cNvSpPr txBox="1">
            <a:spLocks noGrp="1"/>
          </p:cNvSpPr>
          <p:nvPr>
            <p:ph type="body" idx="1"/>
          </p:nvPr>
        </p:nvSpPr>
        <p:spPr>
          <a:xfrm>
            <a:off x="840000" y="1905479"/>
            <a:ext cx="11308000" cy="4454857"/>
          </a:xfrm>
          <a:prstGeom prst="rect">
            <a:avLst/>
          </a:prstGeom>
        </p:spPr>
        <p:txBody>
          <a:bodyPr spcFirstLastPara="1" wrap="square" lIns="121900" tIns="121900" rIns="121900" bIns="121900" anchor="t" anchorCtr="0">
            <a:noAutofit/>
          </a:bodyPr>
          <a:lstStyle/>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Conceito de Auditoria Interna</a:t>
            </a:r>
          </a:p>
          <a:p>
            <a:pPr algn="just">
              <a:lnSpc>
                <a:spcPct val="150000"/>
              </a:lnSpc>
              <a:buSzPct val="75000"/>
              <a:buFont typeface="Arial" panose="020B0604020202020204" pitchFamily="34" charset="0"/>
              <a:buChar char="•"/>
            </a:pPr>
            <a:r>
              <a:rPr lang="pt-BR" sz="2800" dirty="0"/>
              <a:t>Auditoria Interna e Externa</a:t>
            </a:r>
          </a:p>
          <a:p>
            <a:pPr algn="just">
              <a:lnSpc>
                <a:spcPct val="150000"/>
              </a:lnSpc>
              <a:buSzPct val="75000"/>
              <a:buFont typeface="Arial" panose="020B0604020202020204" pitchFamily="34" charset="0"/>
              <a:buChar char="•"/>
            </a:pPr>
            <a:r>
              <a:rPr lang="pt-BR" sz="2800" dirty="0"/>
              <a:t>Controle e </a:t>
            </a:r>
            <a:r>
              <a:rPr lang="pt-BR" sz="2800"/>
              <a:t>Auditoria Interna</a:t>
            </a:r>
            <a:endParaRPr sz="2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0;p9">
            <a:extLst>
              <a:ext uri="{FF2B5EF4-FFF2-40B4-BE49-F238E27FC236}">
                <a16:creationId xmlns:a16="http://schemas.microsoft.com/office/drawing/2014/main" id="{FA67C2E1-691F-1C35-20CF-BC7FFE93496A}"/>
              </a:ext>
            </a:extLst>
          </p:cNvPr>
          <p:cNvSpPr txBox="1">
            <a:spLocks noGrp="1"/>
          </p:cNvSpPr>
          <p:nvPr>
            <p:ph type="title"/>
          </p:nvPr>
        </p:nvSpPr>
        <p:spPr>
          <a:xfrm>
            <a:off x="4704800" y="1558400"/>
            <a:ext cx="7088400" cy="3741200"/>
          </a:xfrm>
          <a:prstGeom prst="rect">
            <a:avLst/>
          </a:prstGeom>
        </p:spPr>
        <p:txBody>
          <a:bodyPr spcFirstLastPara="1" wrap="square" lIns="121900" tIns="121900" rIns="121900" bIns="121900" anchor="ctr" anchorCtr="0">
            <a:normAutofit/>
          </a:bodyPr>
          <a:lstStyle/>
          <a:p>
            <a:r>
              <a:rPr lang="pt-BR" sz="3200" dirty="0"/>
              <a:t>Código de Conduta e Ética</a:t>
            </a:r>
            <a:endParaRPr dirty="0"/>
          </a:p>
        </p:txBody>
      </p:sp>
    </p:spTree>
    <p:extLst>
      <p:ext uri="{BB962C8B-B14F-4D97-AF65-F5344CB8AC3E}">
        <p14:creationId xmlns:p14="http://schemas.microsoft.com/office/powerpoint/2010/main" val="8095702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Afinal, o que é Código de Conduta?</a:t>
            </a:r>
            <a:endParaRPr sz="3200" dirty="0"/>
          </a:p>
        </p:txBody>
      </p:sp>
      <p:sp>
        <p:nvSpPr>
          <p:cNvPr id="52" name="Google Shape;52;p11"/>
          <p:cNvSpPr txBox="1">
            <a:spLocks noGrp="1"/>
          </p:cNvSpPr>
          <p:nvPr>
            <p:ph type="body" idx="1"/>
          </p:nvPr>
        </p:nvSpPr>
        <p:spPr>
          <a:xfrm>
            <a:off x="685800" y="1843789"/>
            <a:ext cx="10820400" cy="761521"/>
          </a:xfrm>
          <a:prstGeom prst="rect">
            <a:avLst/>
          </a:prstGeom>
        </p:spPr>
        <p:txBody>
          <a:bodyPr spcFirstLastPara="1" wrap="square" lIns="121900" tIns="121900" rIns="121900" bIns="121900" anchor="t" anchorCtr="0">
            <a:noAutofit/>
          </a:bodyPr>
          <a:lstStyle/>
          <a:p>
            <a:pPr algn="just">
              <a:lnSpc>
                <a:spcPct val="150000"/>
              </a:lnSpc>
              <a:buSzPct val="75000"/>
              <a:buFont typeface="Arial" panose="020B0604020202020204" pitchFamily="34" charset="0"/>
              <a:buChar char="•"/>
            </a:pPr>
            <a:r>
              <a:rPr lang="pt-BR" sz="2400" i="1" dirty="0"/>
              <a:t>Modus Operandi </a:t>
            </a:r>
            <a:r>
              <a:rPr lang="pt-BR" sz="2400" dirty="0"/>
              <a:t>de uma instituição  =  norma interna</a:t>
            </a:r>
          </a:p>
          <a:p>
            <a:pPr marL="152392" indent="0" algn="just">
              <a:lnSpc>
                <a:spcPct val="150000"/>
              </a:lnSpc>
              <a:buSzPct val="75000"/>
              <a:buNone/>
            </a:pPr>
            <a:r>
              <a:rPr lang="pt-BR" sz="2400" dirty="0"/>
              <a:t> </a:t>
            </a:r>
          </a:p>
          <a:p>
            <a:pPr marL="152392" indent="0" algn="ctr">
              <a:lnSpc>
                <a:spcPct val="150000"/>
              </a:lnSpc>
              <a:buSzPct val="75000"/>
              <a:buNone/>
            </a:pPr>
            <a:r>
              <a:rPr lang="pt-BR" sz="1600" dirty="0"/>
              <a:t>Proibição de celular no ambiente de trabalho</a:t>
            </a:r>
          </a:p>
          <a:p>
            <a:pPr marL="152392" indent="0" algn="ctr">
              <a:lnSpc>
                <a:spcPct val="150000"/>
              </a:lnSpc>
              <a:buSzPct val="75000"/>
              <a:buNone/>
            </a:pPr>
            <a:r>
              <a:rPr lang="pt-BR" sz="1600" dirty="0"/>
              <a:t>Relacionamento </a:t>
            </a:r>
            <a:r>
              <a:rPr lang="pt-BR" sz="1600" u="sng" dirty="0"/>
              <a:t>extra profissional </a:t>
            </a:r>
            <a:r>
              <a:rPr lang="pt-BR" sz="1600" dirty="0"/>
              <a:t>entre os colaboradores no ambiente de trabalho</a:t>
            </a:r>
          </a:p>
          <a:p>
            <a:pPr marL="152392" indent="0" algn="just">
              <a:lnSpc>
                <a:spcPct val="150000"/>
              </a:lnSpc>
              <a:buSzPct val="75000"/>
              <a:buNone/>
            </a:pPr>
            <a:endParaRPr lang="pt-BR" sz="1600" dirty="0"/>
          </a:p>
          <a:p>
            <a:pPr algn="just">
              <a:lnSpc>
                <a:spcPct val="150000"/>
              </a:lnSpc>
              <a:buSzPct val="75000"/>
            </a:pPr>
            <a:r>
              <a:rPr lang="pt-BR" sz="2400" dirty="0"/>
              <a:t>É necessário que seja redigido na forma </a:t>
            </a:r>
            <a:r>
              <a:rPr lang="pt-BR" sz="2400" dirty="0">
                <a:solidFill>
                  <a:srgbClr val="FF0000"/>
                </a:solidFill>
              </a:rPr>
              <a:t>mais clara, concisa e acessível </a:t>
            </a:r>
            <a:r>
              <a:rPr lang="pt-BR" sz="2400" dirty="0"/>
              <a:t>para que de forma inteligível, cada stakeholder compreenda de forma cabal seus limites bem como, o condicionamento de suas ações. </a:t>
            </a:r>
          </a:p>
        </p:txBody>
      </p:sp>
    </p:spTree>
    <p:extLst>
      <p:ext uri="{BB962C8B-B14F-4D97-AF65-F5344CB8AC3E}">
        <p14:creationId xmlns:p14="http://schemas.microsoft.com/office/powerpoint/2010/main" val="29310017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300F1E-034D-840D-C0B8-3485FB9F41B3}"/>
              </a:ext>
            </a:extLst>
          </p:cNvPr>
          <p:cNvSpPr>
            <a:spLocks noGrp="1"/>
          </p:cNvSpPr>
          <p:nvPr>
            <p:ph type="title"/>
          </p:nvPr>
        </p:nvSpPr>
        <p:spPr/>
        <p:txBody>
          <a:bodyPr>
            <a:normAutofit/>
          </a:bodyPr>
          <a:lstStyle/>
          <a:p>
            <a:r>
              <a:rPr lang="pt-BR" sz="3200" dirty="0"/>
              <a:t>Código de Conduta e Ética como Ferramenta de Controle Interno </a:t>
            </a:r>
          </a:p>
        </p:txBody>
      </p:sp>
      <p:graphicFrame>
        <p:nvGraphicFramePr>
          <p:cNvPr id="4" name="Diagrama 3">
            <a:extLst>
              <a:ext uri="{FF2B5EF4-FFF2-40B4-BE49-F238E27FC236}">
                <a16:creationId xmlns:a16="http://schemas.microsoft.com/office/drawing/2014/main" id="{987D5FA7-B016-8BDE-D346-0846AE53EC5F}"/>
              </a:ext>
            </a:extLst>
          </p:cNvPr>
          <p:cNvGraphicFramePr/>
          <p:nvPr>
            <p:extLst>
              <p:ext uri="{D42A27DB-BD31-4B8C-83A1-F6EECF244321}">
                <p14:modId xmlns:p14="http://schemas.microsoft.com/office/powerpoint/2010/main" val="1633390050"/>
              </p:ext>
            </p:extLst>
          </p:nvPr>
        </p:nvGraphicFramePr>
        <p:xfrm>
          <a:off x="7107936" y="4876800"/>
          <a:ext cx="4292600" cy="1718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CaixaDeTexto 5">
            <a:extLst>
              <a:ext uri="{FF2B5EF4-FFF2-40B4-BE49-F238E27FC236}">
                <a16:creationId xmlns:a16="http://schemas.microsoft.com/office/drawing/2014/main" id="{463969E3-3DF1-EE30-B969-B24777AFAD87}"/>
              </a:ext>
            </a:extLst>
          </p:cNvPr>
          <p:cNvSpPr txBox="1"/>
          <p:nvPr/>
        </p:nvSpPr>
        <p:spPr>
          <a:xfrm>
            <a:off x="990600" y="2667000"/>
            <a:ext cx="9766808" cy="1938992"/>
          </a:xfrm>
          <a:prstGeom prst="rect">
            <a:avLst/>
          </a:prstGeom>
          <a:noFill/>
        </p:spPr>
        <p:txBody>
          <a:bodyPr wrap="square">
            <a:spAutoFit/>
          </a:bodyPr>
          <a:lstStyle/>
          <a:p>
            <a:pPr algn="just"/>
            <a:r>
              <a:rPr lang="pt-BR" sz="2400" dirty="0"/>
              <a:t>De forma simples clara, que pode ser entendida como </a:t>
            </a:r>
            <a:r>
              <a:rPr lang="pt-BR" sz="2400" b="1" dirty="0">
                <a:solidFill>
                  <a:srgbClr val="FF0000"/>
                </a:solidFill>
              </a:rPr>
              <a:t>uma tabela de condutas/ações rotineiras permitidas ou não pela organização</a:t>
            </a:r>
            <a:r>
              <a:rPr lang="pt-BR" sz="2400" dirty="0"/>
              <a:t>. Com a finalidade de reduzir riscos, desvios, práticas de ilícitos, e para todas as pessoas envolvidas possam das escolhas levando em consideração os valores da organização (LANÇA, 2019).</a:t>
            </a:r>
          </a:p>
        </p:txBody>
      </p:sp>
    </p:spTree>
    <p:extLst>
      <p:ext uri="{BB962C8B-B14F-4D97-AF65-F5344CB8AC3E}">
        <p14:creationId xmlns:p14="http://schemas.microsoft.com/office/powerpoint/2010/main" val="7834510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81129D-D747-1F38-DD67-EEB32DF1BCD1}"/>
              </a:ext>
            </a:extLst>
          </p:cNvPr>
          <p:cNvSpPr>
            <a:spLocks noGrp="1"/>
          </p:cNvSpPr>
          <p:nvPr>
            <p:ph type="title"/>
          </p:nvPr>
        </p:nvSpPr>
        <p:spPr/>
        <p:txBody>
          <a:bodyPr>
            <a:normAutofit/>
          </a:bodyPr>
          <a:lstStyle/>
          <a:p>
            <a:r>
              <a:rPr lang="pt-BR" sz="2800" dirty="0"/>
              <a:t>O norte necessário, frente à multiculturalidade</a:t>
            </a:r>
          </a:p>
        </p:txBody>
      </p:sp>
      <p:sp>
        <p:nvSpPr>
          <p:cNvPr id="3" name="Espaço Reservado para Texto 2">
            <a:extLst>
              <a:ext uri="{FF2B5EF4-FFF2-40B4-BE49-F238E27FC236}">
                <a16:creationId xmlns:a16="http://schemas.microsoft.com/office/drawing/2014/main" id="{18128533-FEDA-FB49-A659-B737399F650D}"/>
              </a:ext>
            </a:extLst>
          </p:cNvPr>
          <p:cNvSpPr>
            <a:spLocks noGrp="1"/>
          </p:cNvSpPr>
          <p:nvPr>
            <p:ph type="body" idx="1"/>
          </p:nvPr>
        </p:nvSpPr>
        <p:spPr>
          <a:xfrm>
            <a:off x="720000" y="1862817"/>
            <a:ext cx="10481400" cy="4452549"/>
          </a:xfrm>
        </p:spPr>
        <p:txBody>
          <a:bodyPr/>
          <a:lstStyle/>
          <a:p>
            <a:pPr algn="just">
              <a:lnSpc>
                <a:spcPct val="150000"/>
              </a:lnSpc>
            </a:pPr>
            <a:r>
              <a:rPr lang="pt-BR" sz="2400" dirty="0"/>
              <a:t>O  código de conduta o instrumento não só importante na questão da</a:t>
            </a:r>
          </a:p>
          <a:p>
            <a:pPr marL="152392" indent="0" algn="just">
              <a:lnSpc>
                <a:spcPct val="150000"/>
              </a:lnSpc>
              <a:buNone/>
            </a:pPr>
            <a:r>
              <a:rPr lang="pt-BR" sz="2400" dirty="0"/>
              <a:t> </a:t>
            </a:r>
            <a:r>
              <a:rPr lang="pt-BR" sz="2400" dirty="0">
                <a:solidFill>
                  <a:srgbClr val="FF0000"/>
                </a:solidFill>
              </a:rPr>
              <a:t>integridade</a:t>
            </a:r>
            <a:r>
              <a:rPr lang="pt-BR" sz="2400" dirty="0"/>
              <a:t> como também quanto a </a:t>
            </a:r>
            <a:r>
              <a:rPr lang="pt-BR" sz="2400" dirty="0">
                <a:solidFill>
                  <a:srgbClr val="FF0000"/>
                </a:solidFill>
              </a:rPr>
              <a:t>produtividade</a:t>
            </a:r>
            <a:r>
              <a:rPr lang="pt-BR" sz="2400" dirty="0"/>
              <a:t> do colaborador/servidor de uma determinada </a:t>
            </a:r>
            <a:r>
              <a:rPr lang="pt-BR" sz="2400" dirty="0">
                <a:solidFill>
                  <a:srgbClr val="FF0000"/>
                </a:solidFill>
              </a:rPr>
              <a:t>organização</a:t>
            </a:r>
            <a:r>
              <a:rPr lang="pt-BR" sz="2400" dirty="0"/>
              <a:t>.</a:t>
            </a:r>
          </a:p>
          <a:p>
            <a:pPr marL="152392" indent="0" algn="just">
              <a:lnSpc>
                <a:spcPct val="150000"/>
              </a:lnSpc>
              <a:buNone/>
            </a:pPr>
            <a:endParaRPr lang="pt-BR" sz="2400" dirty="0"/>
          </a:p>
          <a:p>
            <a:pPr marL="152392" indent="0" algn="just">
              <a:lnSpc>
                <a:spcPct val="150000"/>
              </a:lnSpc>
              <a:buNone/>
            </a:pPr>
            <a:r>
              <a:rPr lang="pt-BR" sz="1600" dirty="0"/>
              <a:t>No cenário atual quando muito se evidencia surgimento de uma </a:t>
            </a:r>
            <a:r>
              <a:rPr lang="pt-BR" sz="1600" dirty="0">
                <a:solidFill>
                  <a:srgbClr val="FF0000"/>
                </a:solidFill>
              </a:rPr>
              <a:t>ética de conveniência </a:t>
            </a:r>
            <a:r>
              <a:rPr lang="pt-BR" sz="1600" dirty="0"/>
              <a:t>pautada em satisfação de suas vontades individuais em detrimento ao estabelecido coletivamente, faz se necessário o convite ao </a:t>
            </a:r>
            <a:r>
              <a:rPr lang="pt-BR" sz="1600" dirty="0">
                <a:solidFill>
                  <a:srgbClr val="FF0000"/>
                </a:solidFill>
              </a:rPr>
              <a:t>cumprimento de um código de conduta</a:t>
            </a:r>
            <a:r>
              <a:rPr lang="pt-BR" sz="1600" dirty="0"/>
              <a:t>, que norteie procedimentos e comportamentos, a fim de, desvencilharmos do relativismo qual entende sempre de forma secular, o cerne o que se entende sobre certo e errado.</a:t>
            </a:r>
            <a:endParaRPr lang="pt-BR" sz="2400" dirty="0"/>
          </a:p>
          <a:p>
            <a:pPr algn="just">
              <a:lnSpc>
                <a:spcPct val="150000"/>
              </a:lnSpc>
            </a:pPr>
            <a:endParaRPr lang="pt-BR" sz="2400" dirty="0"/>
          </a:p>
        </p:txBody>
      </p:sp>
    </p:spTree>
    <p:extLst>
      <p:ext uri="{BB962C8B-B14F-4D97-AF65-F5344CB8AC3E}">
        <p14:creationId xmlns:p14="http://schemas.microsoft.com/office/powerpoint/2010/main" val="24437629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PONTOS PRINCIPAIS ABORDADOS NA AULA</a:t>
            </a:r>
            <a:endParaRPr sz="3200" dirty="0"/>
          </a:p>
        </p:txBody>
      </p:sp>
      <p:sp>
        <p:nvSpPr>
          <p:cNvPr id="52" name="Google Shape;52;p11"/>
          <p:cNvSpPr txBox="1">
            <a:spLocks noGrp="1"/>
          </p:cNvSpPr>
          <p:nvPr>
            <p:ph type="body" idx="1"/>
          </p:nvPr>
        </p:nvSpPr>
        <p:spPr>
          <a:xfrm>
            <a:off x="840000" y="1905479"/>
            <a:ext cx="11308000" cy="4454857"/>
          </a:xfrm>
          <a:prstGeom prst="rect">
            <a:avLst/>
          </a:prstGeom>
        </p:spPr>
        <p:txBody>
          <a:bodyPr spcFirstLastPara="1" wrap="square" lIns="121900" tIns="121900" rIns="121900" bIns="121900" anchor="t" anchorCtr="0">
            <a:noAutofit/>
          </a:bodyPr>
          <a:lstStyle/>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Conceito de Código de Conduta e Ética</a:t>
            </a:r>
          </a:p>
          <a:p>
            <a:pPr algn="just">
              <a:lnSpc>
                <a:spcPct val="150000"/>
              </a:lnSpc>
              <a:buSzPct val="75000"/>
              <a:buFont typeface="Arial" panose="020B0604020202020204" pitchFamily="34" charset="0"/>
              <a:buChar char="•"/>
            </a:pPr>
            <a:r>
              <a:rPr lang="pt-BR" dirty="0"/>
              <a:t>Aplicabilidade na produtividade e integridade</a:t>
            </a:r>
          </a:p>
          <a:p>
            <a:pPr algn="just">
              <a:lnSpc>
                <a:spcPct val="150000"/>
              </a:lnSpc>
              <a:buSzPct val="75000"/>
              <a:buFont typeface="Arial" panose="020B0604020202020204" pitchFamily="34" charset="0"/>
              <a:buChar char="•"/>
            </a:pPr>
            <a:r>
              <a:rPr lang="pt-BR" dirty="0"/>
              <a:t>M</a:t>
            </a:r>
            <a:r>
              <a:rPr lang="pt-BR" sz="2800" dirty="0"/>
              <a:t>ulticulturalidade</a:t>
            </a:r>
          </a:p>
        </p:txBody>
      </p:sp>
    </p:spTree>
    <p:extLst>
      <p:ext uri="{BB962C8B-B14F-4D97-AF65-F5344CB8AC3E}">
        <p14:creationId xmlns:p14="http://schemas.microsoft.com/office/powerpoint/2010/main" val="35282620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40;p9">
            <a:extLst>
              <a:ext uri="{FF2B5EF4-FFF2-40B4-BE49-F238E27FC236}">
                <a16:creationId xmlns:a16="http://schemas.microsoft.com/office/drawing/2014/main" id="{FE7E4A46-F7A5-88BB-F335-22D5AE6189FA}"/>
              </a:ext>
            </a:extLst>
          </p:cNvPr>
          <p:cNvSpPr txBox="1">
            <a:spLocks noGrp="1"/>
          </p:cNvSpPr>
          <p:nvPr>
            <p:ph type="title"/>
          </p:nvPr>
        </p:nvSpPr>
        <p:spPr>
          <a:xfrm>
            <a:off x="4704800" y="1558400"/>
            <a:ext cx="7088400" cy="3741200"/>
          </a:xfrm>
          <a:prstGeom prst="rect">
            <a:avLst/>
          </a:prstGeom>
        </p:spPr>
        <p:txBody>
          <a:bodyPr spcFirstLastPara="1" wrap="square" lIns="121900" tIns="121900" rIns="121900" bIns="121900" anchor="ctr" anchorCtr="0">
            <a:normAutofit/>
          </a:bodyPr>
          <a:lstStyle/>
          <a:p>
            <a:r>
              <a:rPr lang="pt-BR" dirty="0"/>
              <a:t>Acordo de Leniência </a:t>
            </a:r>
            <a:endParaRPr dirty="0"/>
          </a:p>
        </p:txBody>
      </p:sp>
    </p:spTree>
    <p:extLst>
      <p:ext uri="{BB962C8B-B14F-4D97-AF65-F5344CB8AC3E}">
        <p14:creationId xmlns:p14="http://schemas.microsoft.com/office/powerpoint/2010/main" val="239218707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cs typeface="Calibri" panose="020F0502020204030204" pitchFamily="34" charset="0"/>
              </a:rPr>
              <a:t>Conceito de </a:t>
            </a:r>
            <a:r>
              <a:rPr lang="pt-BR" sz="3600" dirty="0"/>
              <a:t>Acordo de Leniência </a:t>
            </a:r>
            <a:endParaRPr sz="3200" b="1" dirty="0">
              <a:solidFill>
                <a:srgbClr val="FF0000"/>
              </a:solidFill>
              <a:latin typeface="Barlow" panose="00000500000000000000" pitchFamily="2" charset="0"/>
              <a:cs typeface="Calibri" panose="020F0502020204030204" pitchFamily="34" charset="0"/>
            </a:endParaRPr>
          </a:p>
        </p:txBody>
      </p:sp>
      <p:sp>
        <p:nvSpPr>
          <p:cNvPr id="46" name="Google Shape;46;p10"/>
          <p:cNvSpPr txBox="1">
            <a:spLocks noGrp="1"/>
          </p:cNvSpPr>
          <p:nvPr>
            <p:ph type="body" idx="1"/>
          </p:nvPr>
        </p:nvSpPr>
        <p:spPr>
          <a:xfrm>
            <a:off x="840000" y="1828799"/>
            <a:ext cx="10625169" cy="4203482"/>
          </a:xfrm>
          <a:prstGeom prst="rect">
            <a:avLst/>
          </a:prstGeom>
        </p:spPr>
        <p:txBody>
          <a:bodyPr spcFirstLastPara="1" wrap="square" lIns="121900" tIns="121900" rIns="121900" bIns="121900" anchor="t" anchorCtr="0">
            <a:noAutofit/>
          </a:bodyPr>
          <a:lstStyle/>
          <a:p>
            <a:pPr indent="0" algn="just">
              <a:lnSpc>
                <a:spcPct val="150000"/>
              </a:lnSpc>
              <a:spcAft>
                <a:spcPts val="800"/>
              </a:spcAft>
              <a:buNone/>
            </a:pPr>
            <a:r>
              <a:rPr lang="pt-BR" sz="2800" dirty="0">
                <a:effectLst/>
                <a:latin typeface="Barlow" panose="00000500000000000000" pitchFamily="2" charset="0"/>
                <a:ea typeface="Calibri" panose="020F0502020204030204" pitchFamily="34" charset="0"/>
                <a:cs typeface="Times New Roman" panose="02020603050405020304" pitchFamily="18" charset="0"/>
              </a:rPr>
              <a:t>Marcella </a:t>
            </a:r>
            <a:r>
              <a:rPr lang="pt-BR" sz="2800" dirty="0" err="1">
                <a:effectLst/>
                <a:latin typeface="Barlow" panose="00000500000000000000" pitchFamily="2" charset="0"/>
                <a:ea typeface="Calibri" panose="020F0502020204030204" pitchFamily="34" charset="0"/>
                <a:cs typeface="Times New Roman" panose="02020603050405020304" pitchFamily="18" charset="0"/>
              </a:rPr>
              <a:t>Blok</a:t>
            </a:r>
            <a:r>
              <a:rPr lang="pt-BR" sz="2800" dirty="0">
                <a:effectLst/>
                <a:latin typeface="Barlow" panose="00000500000000000000" pitchFamily="2" charset="0"/>
                <a:ea typeface="Calibri" panose="020F0502020204030204" pitchFamily="34" charset="0"/>
                <a:cs typeface="Times New Roman" panose="02020603050405020304" pitchFamily="18" charset="0"/>
              </a:rPr>
              <a:t> (2020), o acordo de leniência, também conhecido como delação premiada é um negócio jurídico, e, principal instrumento no controle interno da gestão de grise, ocasionada por casos de atos de improbidade administrativa, ou seja, atos de corrupção contra a Administração Pública descobertos, fazendo deste infortúnio, um agente de reformulação de estratégias ou condutas. </a:t>
            </a:r>
            <a:endParaRPr lang="pt-BR" sz="2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50000"/>
              </a:lnSpc>
              <a:buNone/>
            </a:pPr>
            <a:endParaRPr lang="pt-BR" sz="2800" dirty="0">
              <a:solidFill>
                <a:schemeClr val="tx1"/>
              </a:solidFill>
              <a:latin typeface="Barlow" panose="00000500000000000000" pitchFamily="2" charset="0"/>
              <a:cs typeface="Calibri" panose="020F0502020204030204"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rPr>
              <a:t>Acordo de Leniência como ferramenta de Controle Interno</a:t>
            </a:r>
            <a:endParaRPr sz="3200" b="1" dirty="0">
              <a:latin typeface="Barlow" panose="00000500000000000000" pitchFamily="2" charset="0"/>
            </a:endParaRPr>
          </a:p>
        </p:txBody>
      </p:sp>
      <p:sp>
        <p:nvSpPr>
          <p:cNvPr id="46" name="Google Shape;46;p10"/>
          <p:cNvSpPr txBox="1">
            <a:spLocks noGrp="1"/>
          </p:cNvSpPr>
          <p:nvPr>
            <p:ph type="body" idx="1"/>
          </p:nvPr>
        </p:nvSpPr>
        <p:spPr>
          <a:xfrm>
            <a:off x="720000" y="1890488"/>
            <a:ext cx="11308000" cy="4424878"/>
          </a:xfrm>
          <a:prstGeom prst="rect">
            <a:avLst/>
          </a:prstGeom>
        </p:spPr>
        <p:txBody>
          <a:bodyPr spcFirstLastPara="1" wrap="square" lIns="121900" tIns="121900" rIns="121900" bIns="121900" anchor="t" anchorCtr="0">
            <a:noAutofit/>
          </a:bodyPr>
          <a:lstStyle/>
          <a:p>
            <a:pPr marL="0" indent="0" algn="just">
              <a:lnSpc>
                <a:spcPct val="150000"/>
              </a:lnSpc>
              <a:buNone/>
            </a:pPr>
            <a:endParaRPr lang="pt-BR" sz="2800" dirty="0">
              <a:effectLst/>
              <a:latin typeface="Barlow" panose="00000500000000000000" pitchFamily="2" charset="0"/>
              <a:ea typeface="Calibri" panose="020F0502020204030204" pitchFamily="34" charset="0"/>
              <a:cs typeface="Times New Roman" panose="02020603050405020304" pitchFamily="18" charset="0"/>
            </a:endParaRPr>
          </a:p>
          <a:p>
            <a:pPr marL="0" indent="0" algn="just">
              <a:lnSpc>
                <a:spcPct val="150000"/>
              </a:lnSpc>
              <a:buNone/>
            </a:pPr>
            <a:r>
              <a:rPr lang="pt-BR" sz="2800" dirty="0">
                <a:effectLst/>
                <a:latin typeface="Barlow" panose="00000500000000000000" pitchFamily="2" charset="0"/>
                <a:ea typeface="Calibri" panose="020F0502020204030204" pitchFamily="34" charset="0"/>
                <a:cs typeface="Times New Roman" panose="02020603050405020304" pitchFamily="18" charset="0"/>
              </a:rPr>
              <a:t>Os procedimentos de auditoria são investigações técnicas, tomados em conjunto, autorizados a formar conscientemente trabalho do auditor realizado nas demonstrações financeiras ou  controles internos para uso dos dados do acordo de leniência </a:t>
            </a:r>
            <a:endParaRPr lang="pt-BR" sz="2800" dirty="0"/>
          </a:p>
        </p:txBody>
      </p:sp>
    </p:spTree>
    <p:extLst>
      <p:ext uri="{BB962C8B-B14F-4D97-AF65-F5344CB8AC3E}">
        <p14:creationId xmlns:p14="http://schemas.microsoft.com/office/powerpoint/2010/main" val="241894321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dirty="0"/>
              <a:t>Proposição do Acordo de Leniência</a:t>
            </a:r>
            <a:endParaRPr sz="3200" dirty="0"/>
          </a:p>
        </p:txBody>
      </p:sp>
      <p:sp>
        <p:nvSpPr>
          <p:cNvPr id="46" name="Google Shape;46;p10"/>
          <p:cNvSpPr txBox="1">
            <a:spLocks noGrp="1"/>
          </p:cNvSpPr>
          <p:nvPr>
            <p:ph type="body" idx="1"/>
          </p:nvPr>
        </p:nvSpPr>
        <p:spPr>
          <a:xfrm>
            <a:off x="720000" y="1890488"/>
            <a:ext cx="10632628" cy="4675204"/>
          </a:xfrm>
          <a:prstGeom prst="rect">
            <a:avLst/>
          </a:prstGeom>
        </p:spPr>
        <p:txBody>
          <a:bodyPr spcFirstLastPara="1" wrap="square" lIns="121900" tIns="121900" rIns="121900" bIns="121900" anchor="t" anchorCtr="0">
            <a:noAutofit/>
          </a:bodyPr>
          <a:lstStyle/>
          <a:p>
            <a:pPr marL="0" indent="0" algn="just">
              <a:buNone/>
            </a:pPr>
            <a:r>
              <a:rPr lang="pt-BR" sz="2800" dirty="0">
                <a:effectLst/>
                <a:latin typeface="Barlow" panose="00000500000000000000" pitchFamily="2" charset="0"/>
                <a:ea typeface="Calibri" panose="020F0502020204030204" pitchFamily="34" charset="0"/>
                <a:cs typeface="Times New Roman" panose="02020603050405020304" pitchFamily="18" charset="0"/>
              </a:rPr>
              <a:t>BLOK (2020), o acordo de leniência está prescrito na Lei Anticorrupção como forma de apuração didática do ilícito praticado, só poderá ser proposto pela pessoa jurídica, por seus representantes, bem como por meio do estatuto, ou ainda, por meio de procurador público com poderes específicos para tal. </a:t>
            </a:r>
            <a:endParaRPr lang="pt-BR" sz="2800" i="1" dirty="0">
              <a:solidFill>
                <a:schemeClr val="tx1"/>
              </a:solidFill>
              <a:latin typeface="Barlow" panose="00000500000000000000" pitchFamily="2" charset="0"/>
              <a:cs typeface="Arial" panose="020B0604020202020204" pitchFamily="34" charset="0"/>
            </a:endParaRPr>
          </a:p>
          <a:p>
            <a:pPr marL="0" indent="0" algn="just">
              <a:buNone/>
            </a:pPr>
            <a:endParaRPr lang="pt-BR" sz="2800" dirty="0">
              <a:solidFill>
                <a:schemeClr val="tx1"/>
              </a:solidFill>
              <a:latin typeface="Barlow" panose="00000500000000000000" pitchFamily="2" charset="0"/>
              <a:cs typeface="Calibri" panose="020F0502020204030204" pitchFamily="34" charset="0"/>
            </a:endParaRPr>
          </a:p>
        </p:txBody>
      </p:sp>
    </p:spTree>
    <p:extLst>
      <p:ext uri="{BB962C8B-B14F-4D97-AF65-F5344CB8AC3E}">
        <p14:creationId xmlns:p14="http://schemas.microsoft.com/office/powerpoint/2010/main" val="39822327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PONTOS PRINCIPAIS ABORDADOS NA AULA</a:t>
            </a:r>
            <a:endParaRPr sz="3200" dirty="0"/>
          </a:p>
        </p:txBody>
      </p:sp>
      <p:sp>
        <p:nvSpPr>
          <p:cNvPr id="52" name="Google Shape;52;p11"/>
          <p:cNvSpPr txBox="1">
            <a:spLocks noGrp="1"/>
          </p:cNvSpPr>
          <p:nvPr>
            <p:ph type="body" idx="1"/>
          </p:nvPr>
        </p:nvSpPr>
        <p:spPr>
          <a:xfrm>
            <a:off x="840000" y="1905479"/>
            <a:ext cx="11308000" cy="4454857"/>
          </a:xfrm>
          <a:prstGeom prst="rect">
            <a:avLst/>
          </a:prstGeom>
        </p:spPr>
        <p:txBody>
          <a:bodyPr spcFirstLastPara="1" wrap="square" lIns="121900" tIns="121900" rIns="121900" bIns="121900" anchor="t" anchorCtr="0">
            <a:noAutofit/>
          </a:bodyPr>
          <a:lstStyle/>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Conceito do Acordo de Leniência</a:t>
            </a:r>
          </a:p>
          <a:p>
            <a:pPr algn="just">
              <a:lnSpc>
                <a:spcPct val="150000"/>
              </a:lnSpc>
              <a:buSzPct val="75000"/>
              <a:buFont typeface="Arial" panose="020B0604020202020204" pitchFamily="34" charset="0"/>
              <a:buChar char="•"/>
            </a:pPr>
            <a:r>
              <a:rPr lang="pt-BR" sz="2800" dirty="0"/>
              <a:t>Acordo de Leniência como ferramenta de Controle Interno</a:t>
            </a:r>
          </a:p>
          <a:p>
            <a:pPr algn="just">
              <a:lnSpc>
                <a:spcPct val="150000"/>
              </a:lnSpc>
              <a:buSzPct val="75000"/>
              <a:buFont typeface="Arial" panose="020B0604020202020204" pitchFamily="34" charset="0"/>
              <a:buChar char="•"/>
            </a:pPr>
            <a:r>
              <a:rPr lang="pt-BR" sz="2800"/>
              <a:t>Proposição do Acordo de Leniência</a:t>
            </a:r>
            <a:endParaRPr sz="2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40;p9">
            <a:extLst>
              <a:ext uri="{FF2B5EF4-FFF2-40B4-BE49-F238E27FC236}">
                <a16:creationId xmlns:a16="http://schemas.microsoft.com/office/drawing/2014/main" id="{FE7E4A46-F7A5-88BB-F335-22D5AE6189FA}"/>
              </a:ext>
            </a:extLst>
          </p:cNvPr>
          <p:cNvSpPr txBox="1">
            <a:spLocks noGrp="1"/>
          </p:cNvSpPr>
          <p:nvPr>
            <p:ph type="title"/>
          </p:nvPr>
        </p:nvSpPr>
        <p:spPr>
          <a:xfrm>
            <a:off x="4704800" y="1558400"/>
            <a:ext cx="7088400" cy="3741200"/>
          </a:xfrm>
          <a:prstGeom prst="rect">
            <a:avLst/>
          </a:prstGeom>
        </p:spPr>
        <p:txBody>
          <a:bodyPr spcFirstLastPara="1" wrap="square" lIns="121900" tIns="121900" rIns="121900" bIns="121900" anchor="ctr" anchorCtr="0">
            <a:normAutofit/>
          </a:bodyPr>
          <a:lstStyle/>
          <a:p>
            <a:r>
              <a:rPr lang="pt-BR" dirty="0"/>
              <a:t>Conceito de Compliance</a:t>
            </a:r>
            <a:endParaRPr dirty="0"/>
          </a:p>
        </p:txBody>
      </p:sp>
    </p:spTree>
    <p:extLst>
      <p:ext uri="{BB962C8B-B14F-4D97-AF65-F5344CB8AC3E}">
        <p14:creationId xmlns:p14="http://schemas.microsoft.com/office/powerpoint/2010/main" val="322887111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2800" dirty="0"/>
              <a:t>Evolução normativa do Programa de Compliance</a:t>
            </a:r>
            <a:endParaRPr sz="2800" dirty="0"/>
          </a:p>
        </p:txBody>
      </p:sp>
      <p:sp>
        <p:nvSpPr>
          <p:cNvPr id="52" name="Google Shape;52;p11"/>
          <p:cNvSpPr txBox="1">
            <a:spLocks noGrp="1"/>
          </p:cNvSpPr>
          <p:nvPr>
            <p:ph type="body" idx="1"/>
          </p:nvPr>
        </p:nvSpPr>
        <p:spPr>
          <a:xfrm>
            <a:off x="840000" y="1905479"/>
            <a:ext cx="10513800" cy="4454857"/>
          </a:xfrm>
          <a:prstGeom prst="rect">
            <a:avLst/>
          </a:prstGeom>
        </p:spPr>
        <p:txBody>
          <a:bodyPr spcFirstLastPara="1" wrap="square" lIns="121900" tIns="121900" rIns="121900" bIns="121900" numCol="1" anchor="t" anchorCtr="0">
            <a:noAutofit/>
          </a:bodyPr>
          <a:lstStyle/>
          <a:p>
            <a:pPr algn="just">
              <a:lnSpc>
                <a:spcPct val="150000"/>
              </a:lnSpc>
              <a:buSzPct val="75000"/>
              <a:buFont typeface="Arial" panose="020B0604020202020204" pitchFamily="34" charset="0"/>
              <a:buChar char="•"/>
            </a:pPr>
            <a:r>
              <a:rPr lang="pt-BR" sz="2000" dirty="0"/>
              <a:t>Daniel Lança (2019, p. 30), o conceito de Compliance significa:</a:t>
            </a:r>
          </a:p>
          <a:p>
            <a:pPr algn="just">
              <a:lnSpc>
                <a:spcPct val="150000"/>
              </a:lnSpc>
              <a:buSzPct val="75000"/>
              <a:buFont typeface="Arial" panose="020B0604020202020204" pitchFamily="34" charset="0"/>
              <a:buChar char="•"/>
            </a:pPr>
            <a:endParaRPr lang="pt-BR" sz="2000" dirty="0"/>
          </a:p>
          <a:p>
            <a:pPr marL="152392" indent="0" algn="just">
              <a:lnSpc>
                <a:spcPct val="150000"/>
              </a:lnSpc>
              <a:buSzPct val="75000"/>
              <a:buNone/>
            </a:pPr>
            <a:r>
              <a:rPr lang="pt-BR" sz="2000" dirty="0"/>
              <a:t>Estar em conformidade com a legislação e com as políticas internas de onde você trabalha, por meio de ferramentas de gestam que sejam capazes de prevenir, detectar e mitigar desvios éticos intoleráveis no contexto de uma organização.</a:t>
            </a:r>
            <a:endParaRPr sz="3200" dirty="0"/>
          </a:p>
        </p:txBody>
      </p:sp>
    </p:spTree>
    <p:extLst>
      <p:ext uri="{BB962C8B-B14F-4D97-AF65-F5344CB8AC3E}">
        <p14:creationId xmlns:p14="http://schemas.microsoft.com/office/powerpoint/2010/main" val="1538840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2800" dirty="0"/>
              <a:t>Evolução normativa do Programa de Compliance</a:t>
            </a:r>
            <a:endParaRPr sz="2800" dirty="0"/>
          </a:p>
        </p:txBody>
      </p:sp>
      <p:sp>
        <p:nvSpPr>
          <p:cNvPr id="52" name="Google Shape;52;p11"/>
          <p:cNvSpPr txBox="1">
            <a:spLocks noGrp="1"/>
          </p:cNvSpPr>
          <p:nvPr>
            <p:ph type="body" idx="1"/>
          </p:nvPr>
        </p:nvSpPr>
        <p:spPr>
          <a:xfrm>
            <a:off x="840000" y="1905479"/>
            <a:ext cx="10513800" cy="4454857"/>
          </a:xfrm>
          <a:prstGeom prst="rect">
            <a:avLst/>
          </a:prstGeom>
        </p:spPr>
        <p:txBody>
          <a:bodyPr spcFirstLastPara="1" wrap="square" lIns="121900" tIns="121900" rIns="121900" bIns="121900" numCol="2" anchor="t" anchorCtr="0">
            <a:noAutofit/>
          </a:bodyPr>
          <a:lstStyle/>
          <a:p>
            <a:pPr marL="152392" indent="0" algn="just">
              <a:lnSpc>
                <a:spcPct val="150000"/>
              </a:lnSpc>
              <a:buSzPct val="75000"/>
              <a:buNone/>
            </a:pPr>
            <a:r>
              <a:rPr lang="pt-BR" sz="1100" b="1" dirty="0"/>
              <a:t>1913</a:t>
            </a:r>
            <a:r>
              <a:rPr lang="pt-BR" sz="1100" dirty="0"/>
              <a:t>: criação do banco central americano para implementar um sistema financeiro mais flexível seguro e estável;</a:t>
            </a:r>
          </a:p>
          <a:p>
            <a:pPr marL="152392" indent="0" algn="just">
              <a:lnSpc>
                <a:spcPct val="150000"/>
              </a:lnSpc>
              <a:buSzPct val="75000"/>
              <a:buNone/>
            </a:pPr>
            <a:r>
              <a:rPr lang="pt-BR" sz="1100" b="1" dirty="0"/>
              <a:t>1929</a:t>
            </a:r>
            <a:r>
              <a:rPr lang="pt-BR" sz="1100" dirty="0"/>
              <a:t>: houve a quebra da bolsa de valores de Nova Iorque durante o governo liberal;</a:t>
            </a:r>
          </a:p>
          <a:p>
            <a:pPr marL="152392" indent="0" algn="just">
              <a:lnSpc>
                <a:spcPct val="150000"/>
              </a:lnSpc>
              <a:buSzPct val="75000"/>
              <a:buNone/>
            </a:pPr>
            <a:r>
              <a:rPr lang="pt-BR" sz="1100" b="1" dirty="0"/>
              <a:t>1932</a:t>
            </a:r>
            <a:r>
              <a:rPr lang="pt-BR" sz="1100" dirty="0"/>
              <a:t>: criação da política intervencionista onde o estado deveria intervir na economia a fim de corrigir as distorções do capitalismo;</a:t>
            </a:r>
          </a:p>
          <a:p>
            <a:pPr marL="152392" indent="0" algn="just">
              <a:lnSpc>
                <a:spcPct val="150000"/>
              </a:lnSpc>
              <a:buSzPct val="75000"/>
              <a:buNone/>
            </a:pPr>
            <a:r>
              <a:rPr lang="pt-BR" sz="1100" b="1" dirty="0"/>
              <a:t>1933/34</a:t>
            </a:r>
            <a:r>
              <a:rPr lang="pt-BR" sz="1100" dirty="0"/>
              <a:t>: O Congresso americano votou medidas para proteger o mercado de valores imobiliários e criou a </a:t>
            </a:r>
            <a:r>
              <a:rPr lang="pt-BR" sz="1100" dirty="0" err="1"/>
              <a:t>Segurities</a:t>
            </a:r>
            <a:r>
              <a:rPr lang="pt-BR" sz="1100" dirty="0"/>
              <a:t> </a:t>
            </a:r>
            <a:r>
              <a:rPr lang="pt-BR" sz="1100" dirty="0" err="1"/>
              <a:t>and</a:t>
            </a:r>
            <a:r>
              <a:rPr lang="pt-BR" sz="1100" dirty="0"/>
              <a:t> Exchange Commission-SEC (comissão de segurança e câmbio);</a:t>
            </a:r>
          </a:p>
          <a:p>
            <a:pPr marL="152392" indent="0" algn="just">
              <a:lnSpc>
                <a:spcPct val="150000"/>
              </a:lnSpc>
              <a:buSzPct val="75000"/>
              <a:buNone/>
            </a:pPr>
            <a:r>
              <a:rPr lang="pt-BR" sz="1100" b="1" dirty="0"/>
              <a:t>1945</a:t>
            </a:r>
            <a:r>
              <a:rPr lang="pt-BR" sz="1100" dirty="0"/>
              <a:t>: a criação do Fundo Monetário Internacional com o objetivo de zelar pela estabilidade do Sistema Monetário Nacional;</a:t>
            </a:r>
          </a:p>
          <a:p>
            <a:pPr marL="152392" indent="0" algn="just">
              <a:lnSpc>
                <a:spcPct val="150000"/>
              </a:lnSpc>
              <a:buSzPct val="75000"/>
              <a:buNone/>
            </a:pPr>
            <a:r>
              <a:rPr lang="pt-BR" sz="1100" b="1" dirty="0"/>
              <a:t>1960</a:t>
            </a:r>
            <a:r>
              <a:rPr lang="pt-BR" sz="1100" dirty="0"/>
              <a:t>: A SEC, iniciou a exigência da contratação de profissionais especializados em Compliance para a criação de procedimentos internos, treinamento de pessoas, e monitoramento de gestão – doravante chamados de Compliance </a:t>
            </a:r>
            <a:r>
              <a:rPr lang="pt-BR" sz="1100" dirty="0" err="1"/>
              <a:t>Officers</a:t>
            </a:r>
            <a:r>
              <a:rPr lang="pt-BR" sz="1100" dirty="0"/>
              <a:t>;</a:t>
            </a:r>
          </a:p>
          <a:p>
            <a:pPr marL="152392" indent="0" algn="just">
              <a:lnSpc>
                <a:spcPct val="150000"/>
              </a:lnSpc>
              <a:buSzPct val="75000"/>
              <a:buNone/>
            </a:pPr>
            <a:r>
              <a:rPr lang="pt-BR" sz="1100" b="1" dirty="0"/>
              <a:t>1990</a:t>
            </a:r>
            <a:r>
              <a:rPr lang="pt-BR" sz="1100" dirty="0"/>
              <a:t>: foi publicada as 40 recomendações sobre lavagem de dinheiro, que posteriormente revisadas em 1996 instituídas como recomendação normativa;</a:t>
            </a:r>
          </a:p>
          <a:p>
            <a:pPr marL="152392" indent="0" algn="just">
              <a:lnSpc>
                <a:spcPct val="150000"/>
              </a:lnSpc>
              <a:buSzPct val="75000"/>
              <a:buNone/>
            </a:pPr>
            <a:r>
              <a:rPr lang="pt-BR" sz="1100" b="1" dirty="0"/>
              <a:t>1998</a:t>
            </a:r>
            <a:r>
              <a:rPr lang="pt-BR" sz="1100" dirty="0"/>
              <a:t>: iniciou-se o advento do instituto controle interno, qual a criação do comitê de Basiléia, a regulamentação no Brasil por meio da lei 9613/98, que dispunha sobre os crimes de lavagem e ocultação de bens na prevenção do Sistema Financeiro Nacional;</a:t>
            </a:r>
          </a:p>
          <a:p>
            <a:pPr marL="152392" indent="0" algn="just">
              <a:lnSpc>
                <a:spcPct val="150000"/>
              </a:lnSpc>
              <a:buSzPct val="75000"/>
              <a:buNone/>
            </a:pPr>
            <a:r>
              <a:rPr lang="pt-BR" sz="1100" b="1" dirty="0"/>
              <a:t>2001</a:t>
            </a:r>
            <a:r>
              <a:rPr lang="pt-BR" sz="1100" dirty="0"/>
              <a:t>: Criação de uma organização intergovernamental com objetivo de atuar na prevenção da lavagem de dinheiro nos países da América do Sul;</a:t>
            </a:r>
          </a:p>
          <a:p>
            <a:pPr marL="152392" indent="0" algn="just">
              <a:lnSpc>
                <a:spcPct val="150000"/>
              </a:lnSpc>
              <a:buSzPct val="75000"/>
              <a:buNone/>
            </a:pPr>
            <a:r>
              <a:rPr lang="pt-BR" sz="1100" b="1" dirty="0"/>
              <a:t>2002</a:t>
            </a:r>
            <a:r>
              <a:rPr lang="pt-BR" sz="1100" dirty="0"/>
              <a:t>: EUA promulga a lei </a:t>
            </a:r>
            <a:r>
              <a:rPr lang="pt-BR" sz="1100" dirty="0" err="1"/>
              <a:t>Sarbanes</a:t>
            </a:r>
            <a:r>
              <a:rPr lang="pt-BR" sz="1100" dirty="0"/>
              <a:t>-Oxley </a:t>
            </a:r>
            <a:r>
              <a:rPr lang="pt-BR" sz="1100" dirty="0" err="1"/>
              <a:t>Act</a:t>
            </a:r>
            <a:r>
              <a:rPr lang="pt-BR" sz="1100" dirty="0"/>
              <a:t> (SOX), que dispunha sobre auditoria, mas organizações, a qual, em 2003 por meio da resolução nº 3 198 a legislação Brasileira importa da SOX a regulamentações acerca de auditoria;</a:t>
            </a:r>
          </a:p>
          <a:p>
            <a:pPr marL="152392" indent="0" algn="just">
              <a:lnSpc>
                <a:spcPct val="150000"/>
              </a:lnSpc>
              <a:buSzPct val="75000"/>
              <a:buNone/>
            </a:pPr>
            <a:r>
              <a:rPr lang="pt-BR" sz="1100" b="1" dirty="0"/>
              <a:t>2012</a:t>
            </a:r>
            <a:r>
              <a:rPr lang="pt-BR" sz="1100" dirty="0"/>
              <a:t>: o Congresso Nacional altera a lei que disponha sobre os crimes de lavagem e ocultação de bens, na promulgação da lei 12683/2021, para torná-la mais eficiente;</a:t>
            </a:r>
          </a:p>
          <a:p>
            <a:pPr marL="152392" indent="0" algn="just">
              <a:lnSpc>
                <a:spcPct val="150000"/>
              </a:lnSpc>
              <a:buSzPct val="75000"/>
              <a:buNone/>
            </a:pPr>
            <a:r>
              <a:rPr lang="pt-BR" sz="1100" b="1" dirty="0"/>
              <a:t>2014</a:t>
            </a:r>
            <a:r>
              <a:rPr lang="pt-BR" sz="1100" dirty="0"/>
              <a:t> foi promulgada a lei anticorrupção nº 12846/2014, a qual foi regulamentada por meio do decreto nº 8420/2015, Na qual trouxe de forma explícita a exigência de Compliance nas empresas estatais como requisito obrigatório.</a:t>
            </a:r>
          </a:p>
          <a:p>
            <a:pPr algn="just">
              <a:lnSpc>
                <a:spcPct val="150000"/>
              </a:lnSpc>
              <a:buSzPct val="75000"/>
              <a:buFont typeface="Arial" panose="020B0604020202020204" pitchFamily="34" charset="0"/>
              <a:buChar char="•"/>
            </a:pPr>
            <a:endParaRPr lang="pt-BR" sz="1100" dirty="0"/>
          </a:p>
          <a:p>
            <a:pPr algn="just">
              <a:lnSpc>
                <a:spcPct val="150000"/>
              </a:lnSpc>
              <a:buSzPct val="75000"/>
              <a:buFont typeface="Arial" panose="020B0604020202020204" pitchFamily="34" charset="0"/>
              <a:buChar char="•"/>
            </a:pPr>
            <a:endParaRPr sz="1100" dirty="0"/>
          </a:p>
        </p:txBody>
      </p:sp>
    </p:spTree>
    <p:extLst>
      <p:ext uri="{BB962C8B-B14F-4D97-AF65-F5344CB8AC3E}">
        <p14:creationId xmlns:p14="http://schemas.microsoft.com/office/powerpoint/2010/main" val="272636825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0;p9">
            <a:extLst>
              <a:ext uri="{FF2B5EF4-FFF2-40B4-BE49-F238E27FC236}">
                <a16:creationId xmlns:a16="http://schemas.microsoft.com/office/drawing/2014/main" id="{C18F6442-6765-F37D-A0FF-9CA4FF180160}"/>
              </a:ext>
            </a:extLst>
          </p:cNvPr>
          <p:cNvSpPr txBox="1">
            <a:spLocks noGrp="1"/>
          </p:cNvSpPr>
          <p:nvPr>
            <p:ph type="title"/>
          </p:nvPr>
        </p:nvSpPr>
        <p:spPr>
          <a:xfrm>
            <a:off x="4704800" y="1558400"/>
            <a:ext cx="7088400" cy="3741200"/>
          </a:xfrm>
          <a:prstGeom prst="rect">
            <a:avLst/>
          </a:prstGeom>
        </p:spPr>
        <p:txBody>
          <a:bodyPr spcFirstLastPara="1" wrap="square" lIns="121900" tIns="121900" rIns="121900" bIns="121900" anchor="ctr" anchorCtr="0">
            <a:normAutofit/>
          </a:bodyPr>
          <a:lstStyle/>
          <a:p>
            <a:r>
              <a:rPr lang="pt-BR" dirty="0"/>
              <a:t>Compliance Corporativo no Brasil</a:t>
            </a:r>
            <a:endParaRPr dirty="0"/>
          </a:p>
        </p:txBody>
      </p:sp>
    </p:spTree>
    <p:extLst>
      <p:ext uri="{BB962C8B-B14F-4D97-AF65-F5344CB8AC3E}">
        <p14:creationId xmlns:p14="http://schemas.microsoft.com/office/powerpoint/2010/main" val="36832617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cs typeface="Calibri" panose="020F0502020204030204" pitchFamily="34" charset="0"/>
              </a:rPr>
              <a:t>Compliance e a previsão legal no Brasil</a:t>
            </a:r>
            <a:endParaRPr sz="3200" b="1" dirty="0">
              <a:solidFill>
                <a:srgbClr val="FF0000"/>
              </a:solidFill>
              <a:latin typeface="Barlow" panose="00000500000000000000" pitchFamily="2" charset="0"/>
              <a:cs typeface="Calibri" panose="020F0502020204030204" pitchFamily="34" charset="0"/>
            </a:endParaRPr>
          </a:p>
        </p:txBody>
      </p:sp>
      <p:sp>
        <p:nvSpPr>
          <p:cNvPr id="46" name="Google Shape;46;p10"/>
          <p:cNvSpPr txBox="1">
            <a:spLocks noGrp="1"/>
          </p:cNvSpPr>
          <p:nvPr>
            <p:ph type="body" idx="1"/>
          </p:nvPr>
        </p:nvSpPr>
        <p:spPr>
          <a:xfrm>
            <a:off x="840000" y="2173574"/>
            <a:ext cx="10836185" cy="4203482"/>
          </a:xfrm>
          <a:prstGeom prst="rect">
            <a:avLst/>
          </a:prstGeom>
        </p:spPr>
        <p:txBody>
          <a:bodyPr spcFirstLastPara="1" wrap="square" lIns="121900" tIns="121900" rIns="121900" bIns="121900" anchor="t" anchorCtr="0">
            <a:noAutofit/>
          </a:bodyPr>
          <a:lstStyle/>
          <a:p>
            <a:pPr marL="457200" indent="-457200" algn="just">
              <a:lnSpc>
                <a:spcPct val="150000"/>
              </a:lnSpc>
            </a:pPr>
            <a:r>
              <a:rPr lang="pt-BR" sz="2800" dirty="0" err="1">
                <a:solidFill>
                  <a:schemeClr val="tx1"/>
                </a:solidFill>
                <a:latin typeface="Barlow" panose="00000500000000000000" pitchFamily="2" charset="0"/>
                <a:cs typeface="Calibri" panose="020F0502020204030204" pitchFamily="34" charset="0"/>
              </a:rPr>
              <a:t>Aart</a:t>
            </a:r>
            <a:r>
              <a:rPr lang="pt-BR" sz="2800" dirty="0">
                <a:solidFill>
                  <a:schemeClr val="tx1"/>
                </a:solidFill>
                <a:latin typeface="Barlow" panose="00000500000000000000" pitchFamily="2" charset="0"/>
                <a:cs typeface="Calibri" panose="020F0502020204030204" pitchFamily="34" charset="0"/>
              </a:rPr>
              <a:t>. 1º da Lei Anticorrupção, dispõe sobre a  responsabilização da pessoa jurídica de forma objetiva.</a:t>
            </a:r>
          </a:p>
          <a:p>
            <a:pPr marL="457200" indent="-457200" algn="just">
              <a:lnSpc>
                <a:spcPct val="150000"/>
              </a:lnSpc>
            </a:pPr>
            <a:endParaRPr lang="pt-BR" sz="2800" dirty="0">
              <a:solidFill>
                <a:schemeClr val="tx1"/>
              </a:solidFill>
              <a:latin typeface="Barlow" panose="00000500000000000000" pitchFamily="2" charset="0"/>
              <a:cs typeface="Calibri" panose="020F0502020204030204" pitchFamily="34" charset="0"/>
            </a:endParaRPr>
          </a:p>
          <a:p>
            <a:pPr marL="0" indent="0" algn="ctr">
              <a:lnSpc>
                <a:spcPct val="150000"/>
              </a:lnSpc>
              <a:buNone/>
            </a:pPr>
            <a:r>
              <a:rPr lang="pt-BR" sz="2800" b="1" i="1" dirty="0">
                <a:solidFill>
                  <a:schemeClr val="tx1"/>
                </a:solidFill>
                <a:latin typeface="Barlow" panose="00000500000000000000" pitchFamily="2" charset="0"/>
                <a:cs typeface="Calibri" panose="020F0502020204030204" pitchFamily="34" charset="0"/>
              </a:rPr>
              <a:t>RESPONSABILIZAÇÃO </a:t>
            </a:r>
          </a:p>
          <a:p>
            <a:pPr marL="0" indent="0" algn="ctr">
              <a:lnSpc>
                <a:spcPct val="150000"/>
              </a:lnSpc>
              <a:buNone/>
            </a:pPr>
            <a:r>
              <a:rPr lang="pt-BR" sz="2800" dirty="0">
                <a:solidFill>
                  <a:schemeClr val="tx1"/>
                </a:solidFill>
                <a:latin typeface="Barlow" panose="00000500000000000000" pitchFamily="2" charset="0"/>
                <a:cs typeface="Calibri" panose="020F0502020204030204" pitchFamily="34" charset="0"/>
              </a:rPr>
              <a:t>Objetiva  X  Subjetiva</a:t>
            </a:r>
          </a:p>
          <a:p>
            <a:pPr marL="457200" indent="-457200" algn="just">
              <a:lnSpc>
                <a:spcPct val="150000"/>
              </a:lnSpc>
            </a:pPr>
            <a:endParaRPr lang="pt-BR" sz="2800" dirty="0">
              <a:solidFill>
                <a:schemeClr val="tx1"/>
              </a:solidFill>
              <a:latin typeface="Barlow" panose="00000500000000000000" pitchFamily="2" charset="0"/>
              <a:cs typeface="Calibri" panose="020F0502020204030204" pitchFamily="3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cs typeface="Calibri" panose="020F0502020204030204" pitchFamily="34" charset="0"/>
              </a:rPr>
              <a:t>Compliance e a previsão legal no Brasil</a:t>
            </a:r>
            <a:endParaRPr sz="3200" b="1" dirty="0">
              <a:solidFill>
                <a:srgbClr val="FF0000"/>
              </a:solidFill>
              <a:latin typeface="Barlow" panose="00000500000000000000" pitchFamily="2" charset="0"/>
              <a:cs typeface="Calibri" panose="020F0502020204030204" pitchFamily="34" charset="0"/>
            </a:endParaRPr>
          </a:p>
        </p:txBody>
      </p:sp>
      <p:sp>
        <p:nvSpPr>
          <p:cNvPr id="46" name="Google Shape;46;p10"/>
          <p:cNvSpPr txBox="1">
            <a:spLocks noGrp="1"/>
          </p:cNvSpPr>
          <p:nvPr>
            <p:ph type="body" idx="1"/>
          </p:nvPr>
        </p:nvSpPr>
        <p:spPr>
          <a:xfrm>
            <a:off x="840000" y="2173574"/>
            <a:ext cx="11210486" cy="4203482"/>
          </a:xfrm>
          <a:prstGeom prst="rect">
            <a:avLst/>
          </a:prstGeom>
        </p:spPr>
        <p:txBody>
          <a:bodyPr spcFirstLastPara="1" wrap="square" lIns="121900" tIns="121900" rIns="121900" bIns="121900" anchor="t" anchorCtr="0">
            <a:noAutofit/>
          </a:bodyPr>
          <a:lstStyle/>
          <a:p>
            <a:pPr marL="457200" indent="-457200" algn="just">
              <a:lnSpc>
                <a:spcPct val="150000"/>
              </a:lnSpc>
            </a:pPr>
            <a:r>
              <a:rPr lang="pt-BR" sz="2800" dirty="0">
                <a:solidFill>
                  <a:schemeClr val="tx1"/>
                </a:solidFill>
                <a:latin typeface="Barlow" panose="00000500000000000000" pitchFamily="2" charset="0"/>
                <a:cs typeface="Calibri" panose="020F0502020204030204" pitchFamily="34" charset="0"/>
              </a:rPr>
              <a:t>Conexão entre os grandes grupos empresariais e o governo é cada vez mais estreita. Isso cria um ambiente propício à corrupção entre entidades públicas e privadas.</a:t>
            </a:r>
          </a:p>
        </p:txBody>
      </p:sp>
    </p:spTree>
    <p:extLst>
      <p:ext uri="{BB962C8B-B14F-4D97-AF65-F5344CB8AC3E}">
        <p14:creationId xmlns:p14="http://schemas.microsoft.com/office/powerpoint/2010/main" val="411837199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rPr>
              <a:t>Compliance Corporativo</a:t>
            </a:r>
            <a:endParaRPr sz="3200" b="1" dirty="0">
              <a:latin typeface="Barlow" panose="00000500000000000000" pitchFamily="2" charset="0"/>
            </a:endParaRPr>
          </a:p>
        </p:txBody>
      </p:sp>
      <p:sp>
        <p:nvSpPr>
          <p:cNvPr id="46" name="Google Shape;46;p10"/>
          <p:cNvSpPr txBox="1">
            <a:spLocks noGrp="1"/>
          </p:cNvSpPr>
          <p:nvPr>
            <p:ph type="body" idx="1"/>
          </p:nvPr>
        </p:nvSpPr>
        <p:spPr>
          <a:xfrm>
            <a:off x="720000" y="1890488"/>
            <a:ext cx="11308000" cy="4424878"/>
          </a:xfrm>
          <a:prstGeom prst="rect">
            <a:avLst/>
          </a:prstGeom>
        </p:spPr>
        <p:txBody>
          <a:bodyPr spcFirstLastPara="1" wrap="square" lIns="121900" tIns="121900" rIns="121900" bIns="121900" anchor="t" anchorCtr="0">
            <a:noAutofit/>
          </a:bodyPr>
          <a:lstStyle/>
          <a:p>
            <a:pPr marL="0" indent="0" algn="just">
              <a:buNone/>
            </a:pPr>
            <a:r>
              <a:rPr lang="pt-BR" sz="2800" dirty="0"/>
              <a:t>Entendi Carvalho et al. (2021, p. 52), </a:t>
            </a:r>
          </a:p>
          <a:p>
            <a:pPr marL="0" indent="0" algn="just">
              <a:buNone/>
            </a:pPr>
            <a:endParaRPr lang="pt-BR" sz="2800" dirty="0"/>
          </a:p>
          <a:p>
            <a:pPr marL="0" indent="0" algn="just">
              <a:buNone/>
            </a:pPr>
            <a:r>
              <a:rPr lang="pt-BR" sz="2800" dirty="0"/>
              <a:t>“um programa de Compliance não se compra, mais sim, deve ser incorporado como um padrão valorativo e comportamental da empresa, refletido em atividades permanentes de todos os colaboradores, como parte integrante de seu modelo de negócio”. </a:t>
            </a:r>
          </a:p>
        </p:txBody>
      </p:sp>
    </p:spTree>
    <p:extLst>
      <p:ext uri="{BB962C8B-B14F-4D97-AF65-F5344CB8AC3E}">
        <p14:creationId xmlns:p14="http://schemas.microsoft.com/office/powerpoint/2010/main" val="290305180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rPr>
              <a:t>Compliance Corporativo</a:t>
            </a:r>
            <a:endParaRPr sz="3200" dirty="0"/>
          </a:p>
        </p:txBody>
      </p:sp>
      <p:sp>
        <p:nvSpPr>
          <p:cNvPr id="46" name="Google Shape;46;p10"/>
          <p:cNvSpPr txBox="1">
            <a:spLocks noGrp="1"/>
          </p:cNvSpPr>
          <p:nvPr>
            <p:ph type="body" idx="1"/>
          </p:nvPr>
        </p:nvSpPr>
        <p:spPr>
          <a:xfrm>
            <a:off x="603840" y="1800663"/>
            <a:ext cx="10984320" cy="4675204"/>
          </a:xfrm>
          <a:prstGeom prst="rect">
            <a:avLst/>
          </a:prstGeom>
        </p:spPr>
        <p:txBody>
          <a:bodyPr spcFirstLastPara="1" wrap="square" lIns="121900" tIns="121900" rIns="121900" bIns="121900" anchor="t" anchorCtr="0">
            <a:noAutofit/>
          </a:bodyPr>
          <a:lstStyle/>
          <a:p>
            <a:pPr marL="0" indent="0" algn="ctr">
              <a:buNone/>
            </a:pPr>
            <a:r>
              <a:rPr lang="pt-BR" sz="2000" b="1" dirty="0">
                <a:solidFill>
                  <a:schemeClr val="tx1"/>
                </a:solidFill>
                <a:latin typeface="Barlow" panose="00000500000000000000" pitchFamily="2" charset="0"/>
                <a:cs typeface="Calibri" panose="020F0502020204030204" pitchFamily="34" charset="0"/>
              </a:rPr>
              <a:t>Lei n 12.846/13               </a:t>
            </a:r>
            <a:r>
              <a:rPr lang="pt-BR" sz="2000" b="1" i="1" dirty="0">
                <a:solidFill>
                  <a:schemeClr val="tx1"/>
                </a:solidFill>
                <a:latin typeface="Barlow" panose="00000500000000000000" pitchFamily="2" charset="0"/>
                <a:ea typeface="Times New Roman" panose="02020603050405020304" pitchFamily="18" charset="0"/>
                <a:cs typeface="Calibri" panose="020F0502020204030204" pitchFamily="34" charset="0"/>
              </a:rPr>
              <a:t>Decreto nº 8.420/16</a:t>
            </a:r>
          </a:p>
          <a:p>
            <a:pPr marL="0" indent="0" algn="just">
              <a:buNone/>
            </a:pPr>
            <a:endParaRPr lang="pt-BR" sz="2000" b="1" i="1" dirty="0">
              <a:solidFill>
                <a:schemeClr val="tx1"/>
              </a:solidFill>
              <a:effectLst/>
              <a:latin typeface="Barlow" panose="00000500000000000000" pitchFamily="2" charset="0"/>
              <a:ea typeface="Times New Roman" panose="02020603050405020304" pitchFamily="18" charset="0"/>
              <a:cs typeface="Calibri" panose="020F0502020204030204" pitchFamily="34" charset="0"/>
            </a:endParaRPr>
          </a:p>
          <a:p>
            <a:pPr marL="0" indent="0" algn="just">
              <a:buNone/>
            </a:pPr>
            <a:r>
              <a:rPr lang="pt-BR" sz="2000" b="1" i="1" dirty="0">
                <a:solidFill>
                  <a:schemeClr val="tx1"/>
                </a:solidFill>
                <a:latin typeface="Barlow" panose="00000500000000000000" pitchFamily="2" charset="0"/>
                <a:ea typeface="Times New Roman" panose="02020603050405020304" pitchFamily="18" charset="0"/>
                <a:cs typeface="Calibri" panose="020F0502020204030204" pitchFamily="34" charset="0"/>
              </a:rPr>
              <a:t>Lei nº 11.129/22</a:t>
            </a:r>
          </a:p>
          <a:p>
            <a:pPr marL="0" indent="0" algn="just">
              <a:buNone/>
            </a:pPr>
            <a:endParaRPr lang="pt-BR" sz="2000" b="1" i="1" dirty="0">
              <a:solidFill>
                <a:schemeClr val="tx1"/>
              </a:solidFill>
              <a:latin typeface="Barlow" panose="00000500000000000000" pitchFamily="2" charset="0"/>
              <a:ea typeface="Times New Roman" panose="02020603050405020304" pitchFamily="18" charset="0"/>
              <a:cs typeface="Calibri" panose="020F0502020204030204" pitchFamily="34" charset="0"/>
            </a:endParaRPr>
          </a:p>
          <a:p>
            <a:pPr marL="0" indent="0" algn="just">
              <a:buNone/>
            </a:pPr>
            <a:r>
              <a:rPr lang="pt-BR" dirty="0">
                <a:solidFill>
                  <a:schemeClr val="tx1"/>
                </a:solidFill>
                <a:latin typeface="Barlow" panose="00000500000000000000" pitchFamily="2" charset="0"/>
                <a:ea typeface="Times New Roman" panose="02020603050405020304" pitchFamily="18" charset="0"/>
                <a:cs typeface="Calibri" panose="020F0502020204030204" pitchFamily="34" charset="0"/>
              </a:rPr>
              <a:t>Art. 56.  Para fins do disposto neste Decreto, programa de integridade consiste, no âmbito de uma pessoa jurídica, no conjunto de mecanismos e procedimentos internos de integridade, auditoria e incentivo à denúncia de irregularidades e na aplicação efetiva de códigos de ética e de conduta, políticas e diretrizes, com objetivo de:</a:t>
            </a:r>
          </a:p>
          <a:p>
            <a:pPr marL="0" indent="0" algn="just">
              <a:buNone/>
            </a:pPr>
            <a:r>
              <a:rPr lang="pt-BR" dirty="0">
                <a:solidFill>
                  <a:schemeClr val="tx1"/>
                </a:solidFill>
                <a:latin typeface="Barlow" panose="00000500000000000000" pitchFamily="2" charset="0"/>
                <a:ea typeface="Times New Roman" panose="02020603050405020304" pitchFamily="18" charset="0"/>
                <a:cs typeface="Calibri" panose="020F0502020204030204" pitchFamily="34" charset="0"/>
              </a:rPr>
              <a:t>I - prevenir, detectar e sanar desvios, fraudes, irregularidades e atos ilícitos praticados contra a Administração Pública, nacional ou estrangeira; e</a:t>
            </a:r>
          </a:p>
          <a:p>
            <a:pPr marL="0" indent="0" algn="just">
              <a:buNone/>
            </a:pPr>
            <a:r>
              <a:rPr lang="pt-BR" dirty="0">
                <a:solidFill>
                  <a:schemeClr val="tx1"/>
                </a:solidFill>
                <a:latin typeface="Barlow" panose="00000500000000000000" pitchFamily="2" charset="0"/>
                <a:ea typeface="Times New Roman" panose="02020603050405020304" pitchFamily="18" charset="0"/>
                <a:cs typeface="Calibri" panose="020F0502020204030204" pitchFamily="34" charset="0"/>
              </a:rPr>
              <a:t>II - fomentar e manter uma cultura de integridade no ambiente organizacional.</a:t>
            </a:r>
          </a:p>
          <a:p>
            <a:pPr marL="0" indent="0" algn="just">
              <a:buNone/>
            </a:pPr>
            <a:r>
              <a:rPr lang="pt-BR" dirty="0">
                <a:solidFill>
                  <a:schemeClr val="tx1"/>
                </a:solidFill>
                <a:latin typeface="Barlow" panose="00000500000000000000" pitchFamily="2" charset="0"/>
                <a:ea typeface="Times New Roman" panose="02020603050405020304" pitchFamily="18" charset="0"/>
                <a:cs typeface="Calibri" panose="020F0502020204030204" pitchFamily="34" charset="0"/>
              </a:rPr>
              <a:t>Parágrafo único.  O programa de integridade deve ser estruturado, aplicado e atualizado de acordo com as características e os riscos atuais das atividades de cada pessoa jurídica, a qual, por sua vez, deve garantir o constante aprimoramento e a adaptação do referido programa, visando garantir sua efetividade.</a:t>
            </a:r>
          </a:p>
          <a:p>
            <a:pPr marL="0" indent="0" algn="just">
              <a:buNone/>
            </a:pPr>
            <a:endParaRPr lang="pt-BR" sz="2000" b="1" i="1" dirty="0">
              <a:solidFill>
                <a:schemeClr val="tx1"/>
              </a:solidFill>
              <a:latin typeface="Barlow" panose="00000500000000000000" pitchFamily="2" charset="0"/>
              <a:ea typeface="Times New Roman" panose="02020603050405020304" pitchFamily="18" charset="0"/>
              <a:cs typeface="Calibri" panose="020F0502020204030204" pitchFamily="34" charset="0"/>
            </a:endParaRPr>
          </a:p>
          <a:p>
            <a:pPr marL="0" indent="0" algn="just">
              <a:buNone/>
            </a:pPr>
            <a:endParaRPr lang="pt-BR" sz="2800" i="1" dirty="0">
              <a:effectLst/>
              <a:latin typeface="Barlow" panose="00000500000000000000" pitchFamily="2" charset="0"/>
              <a:ea typeface="Times New Roman" panose="02020603050405020304" pitchFamily="18" charset="0"/>
              <a:cs typeface="Arial" panose="020B0604020202020204" pitchFamily="34" charset="0"/>
            </a:endParaRPr>
          </a:p>
          <a:p>
            <a:pPr marL="0" indent="0" algn="just">
              <a:buNone/>
            </a:pPr>
            <a:endParaRPr lang="pt-BR" sz="2800" i="1" dirty="0">
              <a:solidFill>
                <a:schemeClr val="tx1"/>
              </a:solidFill>
              <a:latin typeface="Barlow" panose="00000500000000000000" pitchFamily="2" charset="0"/>
              <a:cs typeface="Arial" panose="020B0604020202020204" pitchFamily="34" charset="0"/>
            </a:endParaRPr>
          </a:p>
          <a:p>
            <a:pPr marL="0" indent="0" algn="just">
              <a:buNone/>
            </a:pPr>
            <a:endParaRPr lang="pt-BR" sz="2800" dirty="0">
              <a:solidFill>
                <a:schemeClr val="tx1"/>
              </a:solidFill>
              <a:latin typeface="Barlow" panose="00000500000000000000" pitchFamily="2" charset="0"/>
              <a:cs typeface="Calibri" panose="020F0502020204030204" pitchFamily="34" charset="0"/>
            </a:endParaRPr>
          </a:p>
          <a:p>
            <a:pPr marL="0" indent="0" algn="ctr">
              <a:buNone/>
            </a:pPr>
            <a:r>
              <a:rPr lang="pt-BR" sz="2800" b="1" dirty="0">
                <a:solidFill>
                  <a:schemeClr val="tx1"/>
                </a:solidFill>
                <a:latin typeface="Barlow" panose="00000500000000000000" pitchFamily="2" charset="0"/>
                <a:cs typeface="Calibri" panose="020F0502020204030204" pitchFamily="34" charset="0"/>
              </a:rPr>
              <a:t>Stakeholders X stakeholders</a:t>
            </a:r>
          </a:p>
        </p:txBody>
      </p:sp>
      <p:sp>
        <p:nvSpPr>
          <p:cNvPr id="2" name="Seta: para a Direita 1">
            <a:extLst>
              <a:ext uri="{FF2B5EF4-FFF2-40B4-BE49-F238E27FC236}">
                <a16:creationId xmlns:a16="http://schemas.microsoft.com/office/drawing/2014/main" id="{5F317D93-C0B6-AD87-4613-876155EFF907}"/>
              </a:ext>
            </a:extLst>
          </p:cNvPr>
          <p:cNvSpPr/>
          <p:nvPr/>
        </p:nvSpPr>
        <p:spPr>
          <a:xfrm>
            <a:off x="5763064" y="1941341"/>
            <a:ext cx="332936" cy="337625"/>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83295366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PONTOS PRINCIPAIS ABORDADOS NA AULA</a:t>
            </a:r>
            <a:endParaRPr sz="3200" dirty="0"/>
          </a:p>
        </p:txBody>
      </p:sp>
      <p:sp>
        <p:nvSpPr>
          <p:cNvPr id="52" name="Google Shape;52;p11"/>
          <p:cNvSpPr txBox="1">
            <a:spLocks noGrp="1"/>
          </p:cNvSpPr>
          <p:nvPr>
            <p:ph type="body" idx="1"/>
          </p:nvPr>
        </p:nvSpPr>
        <p:spPr>
          <a:xfrm>
            <a:off x="840000" y="1905479"/>
            <a:ext cx="11308000" cy="4454857"/>
          </a:xfrm>
          <a:prstGeom prst="rect">
            <a:avLst/>
          </a:prstGeom>
        </p:spPr>
        <p:txBody>
          <a:bodyPr spcFirstLastPara="1" wrap="square" lIns="121900" tIns="121900" rIns="121900" bIns="121900" anchor="t" anchorCtr="0">
            <a:noAutofit/>
          </a:bodyPr>
          <a:lstStyle/>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Previsão legal</a:t>
            </a:r>
          </a:p>
          <a:p>
            <a:pPr algn="just">
              <a:lnSpc>
                <a:spcPct val="150000"/>
              </a:lnSpc>
              <a:buSzPct val="75000"/>
              <a:buFont typeface="Arial" panose="020B0604020202020204" pitchFamily="34" charset="0"/>
              <a:buChar char="•"/>
            </a:pPr>
            <a:r>
              <a:rPr lang="pt-BR" sz="2800" dirty="0"/>
              <a:t>Compliance Corporativo</a:t>
            </a:r>
          </a:p>
          <a:p>
            <a:pPr algn="just">
              <a:lnSpc>
                <a:spcPct val="150000"/>
              </a:lnSpc>
              <a:buSzPct val="75000"/>
              <a:buFont typeface="Arial" panose="020B0604020202020204" pitchFamily="34" charset="0"/>
              <a:buChar char="•"/>
            </a:pPr>
            <a:r>
              <a:rPr lang="pt-BR" sz="2800" dirty="0"/>
              <a:t>Caminho normativo</a:t>
            </a:r>
            <a:endParaRPr sz="28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40;p9">
            <a:extLst>
              <a:ext uri="{FF2B5EF4-FFF2-40B4-BE49-F238E27FC236}">
                <a16:creationId xmlns:a16="http://schemas.microsoft.com/office/drawing/2014/main" id="{924609EC-3873-7620-6993-7A5F8D472F29}"/>
              </a:ext>
            </a:extLst>
          </p:cNvPr>
          <p:cNvSpPr txBox="1">
            <a:spLocks noGrp="1"/>
          </p:cNvSpPr>
          <p:nvPr>
            <p:ph type="title"/>
          </p:nvPr>
        </p:nvSpPr>
        <p:spPr>
          <a:xfrm>
            <a:off x="4704800" y="1558400"/>
            <a:ext cx="7088400" cy="3741200"/>
          </a:xfrm>
          <a:prstGeom prst="rect">
            <a:avLst/>
          </a:prstGeom>
        </p:spPr>
        <p:txBody>
          <a:bodyPr spcFirstLastPara="1" wrap="square" lIns="121900" tIns="121900" rIns="121900" bIns="121900" anchor="ctr" anchorCtr="0">
            <a:normAutofit/>
          </a:bodyPr>
          <a:lstStyle/>
          <a:p>
            <a:pPr algn="just"/>
            <a:r>
              <a:rPr lang="pt-BR" dirty="0"/>
              <a:t>Diversidade na Aplicação do Programa de Compliance nas Organizações </a:t>
            </a:r>
            <a:endParaRPr dirty="0"/>
          </a:p>
        </p:txBody>
      </p:sp>
    </p:spTree>
    <p:extLst>
      <p:ext uri="{BB962C8B-B14F-4D97-AF65-F5344CB8AC3E}">
        <p14:creationId xmlns:p14="http://schemas.microsoft.com/office/powerpoint/2010/main" val="80785800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cs typeface="Calibri" panose="020F0502020204030204" pitchFamily="34" charset="0"/>
              </a:rPr>
              <a:t>Compliance Público</a:t>
            </a:r>
            <a:endParaRPr sz="3200" b="1" dirty="0">
              <a:solidFill>
                <a:srgbClr val="FF0000"/>
              </a:solidFill>
              <a:latin typeface="Barlow" panose="00000500000000000000" pitchFamily="2" charset="0"/>
              <a:cs typeface="Calibri" panose="020F0502020204030204" pitchFamily="34" charset="0"/>
            </a:endParaRPr>
          </a:p>
        </p:txBody>
      </p:sp>
      <p:sp>
        <p:nvSpPr>
          <p:cNvPr id="46" name="Google Shape;46;p10"/>
          <p:cNvSpPr txBox="1">
            <a:spLocks noGrp="1"/>
          </p:cNvSpPr>
          <p:nvPr>
            <p:ph type="body" idx="1"/>
          </p:nvPr>
        </p:nvSpPr>
        <p:spPr>
          <a:xfrm>
            <a:off x="840000" y="2173574"/>
            <a:ext cx="11210486" cy="4203482"/>
          </a:xfrm>
          <a:prstGeom prst="rect">
            <a:avLst/>
          </a:prstGeom>
        </p:spPr>
        <p:txBody>
          <a:bodyPr spcFirstLastPara="1" wrap="square" lIns="121900" tIns="121900" rIns="121900" bIns="121900" anchor="t" anchorCtr="0">
            <a:noAutofit/>
          </a:bodyPr>
          <a:lstStyle/>
          <a:p>
            <a:pPr indent="0" algn="just">
              <a:lnSpc>
                <a:spcPct val="150000"/>
              </a:lnSpc>
              <a:spcAft>
                <a:spcPts val="800"/>
              </a:spcAft>
              <a:buNone/>
            </a:pPr>
            <a:r>
              <a:rPr lang="pt-BR" sz="1800" b="1" dirty="0">
                <a:effectLst/>
                <a:latin typeface="Barlow" panose="00000500000000000000" pitchFamily="2" charset="0"/>
                <a:ea typeface="Calibri" panose="020F0502020204030204" pitchFamily="34" charset="0"/>
                <a:cs typeface="Times New Roman" panose="02020603050405020304" pitchFamily="18" charset="0"/>
              </a:rPr>
              <a:t>Administração Pública</a:t>
            </a:r>
            <a:r>
              <a:rPr lang="pt-BR" sz="1800" dirty="0">
                <a:effectLst/>
                <a:latin typeface="Barlow" panose="00000500000000000000" pitchFamily="2" charset="0"/>
                <a:ea typeface="Calibri" panose="020F0502020204030204" pitchFamily="34" charset="0"/>
                <a:cs typeface="Times New Roman" panose="02020603050405020304" pitchFamily="18" charset="0"/>
              </a:rPr>
              <a:t>:</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marL="152392" indent="0" algn="just">
              <a:lnSpc>
                <a:spcPct val="107000"/>
              </a:lnSpc>
              <a:spcAft>
                <a:spcPts val="800"/>
              </a:spcAft>
              <a:buNone/>
            </a:pPr>
            <a:r>
              <a:rPr lang="pt-BR" sz="1800" dirty="0">
                <a:effectLst/>
                <a:latin typeface="Barlow" panose="00000500000000000000" pitchFamily="2" charset="0"/>
                <a:ea typeface="Calibri" panose="020F0502020204030204" pitchFamily="34" charset="0"/>
                <a:cs typeface="Times New Roman" panose="02020603050405020304" pitchFamily="18" charset="0"/>
              </a:rPr>
              <a:t> </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marL="152392" indent="0" algn="just">
              <a:lnSpc>
                <a:spcPct val="107000"/>
              </a:lnSpc>
              <a:spcAft>
                <a:spcPts val="800"/>
              </a:spcAft>
              <a:buNone/>
            </a:pPr>
            <a:r>
              <a:rPr lang="pt-BR" sz="1800" dirty="0">
                <a:effectLst/>
                <a:latin typeface="Barlow" panose="00000500000000000000" pitchFamily="2" charset="0"/>
                <a:ea typeface="Calibri" panose="020F0502020204030204" pitchFamily="34" charset="0"/>
                <a:cs typeface="Times New Roman" panose="02020603050405020304" pitchFamily="18" charset="0"/>
              </a:rPr>
              <a:t>Programa de integridade em outras palavras é uma estrutura de incentivo organizacional - positivos e negativos - que visa orientar e guiar o comportamento dos agentes públicos e/ou colaboradores, de forma a alinhá-los ao interesse maior. Nesse sentido, os instrumentos de um programa de integridade incluem diretrizes já adotada através de idade, programas e políticas de auditoria interna ouvidoria e prevenção à corrupção, sendo direcionadas para a promoção da integridade institucional. </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50000"/>
              </a:lnSpc>
              <a:buNone/>
            </a:pPr>
            <a:endParaRPr lang="pt-BR" sz="2800" dirty="0">
              <a:solidFill>
                <a:schemeClr val="tx1"/>
              </a:solidFill>
              <a:latin typeface="Barlow" panose="00000500000000000000" pitchFamily="2" charset="0"/>
              <a:cs typeface="Calibri" panose="020F0502020204030204" pitchFamily="34"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43CB87-FDC3-8E90-893F-046DDDB5C495}"/>
              </a:ext>
            </a:extLst>
          </p:cNvPr>
          <p:cNvSpPr>
            <a:spLocks noGrp="1"/>
          </p:cNvSpPr>
          <p:nvPr>
            <p:ph type="title"/>
          </p:nvPr>
        </p:nvSpPr>
        <p:spPr/>
        <p:txBody>
          <a:bodyPr/>
          <a:lstStyle/>
          <a:p>
            <a:r>
              <a:rPr lang="pt-BR" dirty="0"/>
              <a:t>Compliance no Direito Tributário</a:t>
            </a:r>
          </a:p>
        </p:txBody>
      </p:sp>
      <p:sp>
        <p:nvSpPr>
          <p:cNvPr id="3" name="Espaço Reservado para Texto 2">
            <a:extLst>
              <a:ext uri="{FF2B5EF4-FFF2-40B4-BE49-F238E27FC236}">
                <a16:creationId xmlns:a16="http://schemas.microsoft.com/office/drawing/2014/main" id="{839CA081-BD76-54E6-0907-AE274EF32C43}"/>
              </a:ext>
            </a:extLst>
          </p:cNvPr>
          <p:cNvSpPr>
            <a:spLocks noGrp="1"/>
          </p:cNvSpPr>
          <p:nvPr>
            <p:ph type="body" idx="1"/>
          </p:nvPr>
        </p:nvSpPr>
        <p:spPr>
          <a:xfrm>
            <a:off x="720000" y="1862817"/>
            <a:ext cx="11068726" cy="4452549"/>
          </a:xfrm>
        </p:spPr>
        <p:txBody>
          <a:bodyPr/>
          <a:lstStyle/>
          <a:p>
            <a:pPr algn="just"/>
            <a:r>
              <a:rPr lang="pt-BR" sz="2800" dirty="0">
                <a:effectLst/>
                <a:latin typeface="Barlow" panose="00000500000000000000" pitchFamily="2" charset="0"/>
                <a:ea typeface="Times New Roman" panose="02020603050405020304" pitchFamily="18" charset="0"/>
                <a:cs typeface="Calibri" panose="020F0502020204030204" pitchFamily="34" charset="0"/>
              </a:rPr>
              <a:t>Entende Pinheiro (2022) que, se de um lado as empresas, pessoas jurídicas que contratam com a Administração Pública por meio de licitações e a fins precisam estar em conformidade para tal relação, de outro lado, o ente da Administração Pública ao contratar uma empresa privada também, para com cuidado com o seu patrimônio.</a:t>
            </a:r>
            <a:endParaRPr lang="pt-BR" sz="2800" dirty="0"/>
          </a:p>
        </p:txBody>
      </p:sp>
    </p:spTree>
    <p:extLst>
      <p:ext uri="{BB962C8B-B14F-4D97-AF65-F5344CB8AC3E}">
        <p14:creationId xmlns:p14="http://schemas.microsoft.com/office/powerpoint/2010/main" val="22881025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2800" b="1" i="1" dirty="0">
                <a:effectLst/>
                <a:latin typeface="Barlow" panose="00000500000000000000" pitchFamily="2" charset="0"/>
                <a:ea typeface="Times New Roman" panose="02020603050405020304" pitchFamily="18" charset="0"/>
                <a:cs typeface="Calibri" panose="020F0502020204030204" pitchFamily="34" charset="0"/>
              </a:rPr>
              <a:t>Compliance</a:t>
            </a:r>
            <a:r>
              <a:rPr lang="pt-BR" sz="2800" b="1" dirty="0">
                <a:effectLst/>
                <a:latin typeface="Barlow" panose="00000500000000000000" pitchFamily="2" charset="0"/>
                <a:ea typeface="Times New Roman" panose="02020603050405020304" pitchFamily="18" charset="0"/>
                <a:cs typeface="Calibri" panose="020F0502020204030204" pitchFamily="34" charset="0"/>
              </a:rPr>
              <a:t> No Relações De Consumo</a:t>
            </a:r>
            <a:endParaRPr lang="pt-BR" sz="2800" b="1" dirty="0">
              <a:latin typeface="Barlow" panose="00000500000000000000" pitchFamily="2" charset="0"/>
            </a:endParaRPr>
          </a:p>
        </p:txBody>
      </p:sp>
      <p:sp>
        <p:nvSpPr>
          <p:cNvPr id="46" name="Google Shape;46;p10"/>
          <p:cNvSpPr txBox="1">
            <a:spLocks noGrp="1"/>
          </p:cNvSpPr>
          <p:nvPr>
            <p:ph type="body" idx="1"/>
          </p:nvPr>
        </p:nvSpPr>
        <p:spPr>
          <a:xfrm>
            <a:off x="720000" y="1890488"/>
            <a:ext cx="10843643" cy="4424878"/>
          </a:xfrm>
          <a:prstGeom prst="rect">
            <a:avLst/>
          </a:prstGeom>
        </p:spPr>
        <p:txBody>
          <a:bodyPr spcFirstLastPara="1" wrap="square" lIns="121900" tIns="121900" rIns="121900" bIns="121900" anchor="t" anchorCtr="0">
            <a:noAutofit/>
          </a:bodyPr>
          <a:lstStyle/>
          <a:p>
            <a:pPr marL="0" indent="0" algn="just">
              <a:buNone/>
            </a:pPr>
            <a:r>
              <a:rPr lang="pt-BR" sz="2800" dirty="0"/>
              <a:t>A implementação de programas de integridade está alinhada a compromissos com sua imagem, o cumprimento de uma boa fé objetiva, visando impactar não apenas a sua gestão e valor percebido, assim como, a própria relação de consumo com o seu cliente </a:t>
            </a:r>
          </a:p>
        </p:txBody>
      </p:sp>
    </p:spTree>
    <p:extLst>
      <p:ext uri="{BB962C8B-B14F-4D97-AF65-F5344CB8AC3E}">
        <p14:creationId xmlns:p14="http://schemas.microsoft.com/office/powerpoint/2010/main" val="21623538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32063B-A06B-3C78-8D77-A307C961CAAE}"/>
              </a:ext>
            </a:extLst>
          </p:cNvPr>
          <p:cNvSpPr>
            <a:spLocks noGrp="1"/>
          </p:cNvSpPr>
          <p:nvPr>
            <p:ph type="title"/>
          </p:nvPr>
        </p:nvSpPr>
        <p:spPr/>
        <p:txBody>
          <a:bodyPr/>
          <a:lstStyle/>
          <a:p>
            <a:r>
              <a:rPr lang="pt-BR" dirty="0"/>
              <a:t>Compliance Ambiental</a:t>
            </a:r>
          </a:p>
        </p:txBody>
      </p:sp>
      <p:sp>
        <p:nvSpPr>
          <p:cNvPr id="3" name="Espaço Reservado para Texto 2">
            <a:extLst>
              <a:ext uri="{FF2B5EF4-FFF2-40B4-BE49-F238E27FC236}">
                <a16:creationId xmlns:a16="http://schemas.microsoft.com/office/drawing/2014/main" id="{2B7C03C9-DABA-C77E-D5F6-1B4DE9653553}"/>
              </a:ext>
            </a:extLst>
          </p:cNvPr>
          <p:cNvSpPr>
            <a:spLocks noGrp="1"/>
          </p:cNvSpPr>
          <p:nvPr>
            <p:ph type="body" idx="1"/>
          </p:nvPr>
        </p:nvSpPr>
        <p:spPr/>
        <p:txBody>
          <a:bodyPr/>
          <a:lstStyle/>
          <a:p>
            <a:pPr marL="152392" indent="0">
              <a:buNone/>
            </a:pPr>
            <a:r>
              <a:rPr lang="pt-BR" sz="2800" dirty="0">
                <a:effectLst/>
                <a:latin typeface="Barlow" panose="00000500000000000000" pitchFamily="2" charset="0"/>
                <a:ea typeface="Times New Roman" panose="02020603050405020304" pitchFamily="18" charset="0"/>
                <a:cs typeface="Calibri" panose="020F0502020204030204" pitchFamily="34" charset="0"/>
              </a:rPr>
              <a:t>Políticas de ESG </a:t>
            </a:r>
          </a:p>
          <a:p>
            <a:pPr marL="152392" indent="0">
              <a:buNone/>
            </a:pPr>
            <a:r>
              <a:rPr lang="pt-BR" sz="2000" dirty="0">
                <a:effectLst/>
                <a:latin typeface="Barlow" panose="00000500000000000000" pitchFamily="2" charset="0"/>
                <a:ea typeface="Times New Roman" panose="02020603050405020304" pitchFamily="18" charset="0"/>
                <a:cs typeface="Calibri" panose="020F0502020204030204" pitchFamily="34" charset="0"/>
              </a:rPr>
              <a:t>(</a:t>
            </a:r>
            <a:r>
              <a:rPr lang="pt-BR" sz="2000" i="1" dirty="0" err="1">
                <a:effectLst/>
                <a:latin typeface="Barlow" panose="00000500000000000000" pitchFamily="2" charset="0"/>
                <a:ea typeface="Times New Roman" panose="02020603050405020304" pitchFamily="18" charset="0"/>
                <a:cs typeface="Calibri" panose="020F0502020204030204" pitchFamily="34" charset="0"/>
              </a:rPr>
              <a:t>environment</a:t>
            </a:r>
            <a:r>
              <a:rPr lang="pt-BR" sz="2000" i="1" dirty="0">
                <a:effectLst/>
                <a:latin typeface="Barlow" panose="00000500000000000000" pitchFamily="2" charset="0"/>
                <a:ea typeface="Times New Roman" panose="02020603050405020304" pitchFamily="18" charset="0"/>
                <a:cs typeface="Calibri" panose="020F0502020204030204" pitchFamily="34" charset="0"/>
              </a:rPr>
              <a:t>, social </a:t>
            </a:r>
            <a:r>
              <a:rPr lang="pt-BR" sz="2000" i="1" dirty="0" err="1">
                <a:effectLst/>
                <a:latin typeface="Barlow" panose="00000500000000000000" pitchFamily="2" charset="0"/>
                <a:ea typeface="Times New Roman" panose="02020603050405020304" pitchFamily="18" charset="0"/>
                <a:cs typeface="Calibri" panose="020F0502020204030204" pitchFamily="34" charset="0"/>
              </a:rPr>
              <a:t>and</a:t>
            </a:r>
            <a:r>
              <a:rPr lang="pt-BR" sz="2000" i="1" dirty="0">
                <a:effectLst/>
                <a:latin typeface="Barlow" panose="00000500000000000000" pitchFamily="2" charset="0"/>
                <a:ea typeface="Times New Roman" panose="02020603050405020304" pitchFamily="18" charset="0"/>
                <a:cs typeface="Calibri" panose="020F0502020204030204" pitchFamily="34" charset="0"/>
              </a:rPr>
              <a:t> </a:t>
            </a:r>
            <a:r>
              <a:rPr lang="pt-BR" sz="2000" i="1" dirty="0" err="1">
                <a:effectLst/>
                <a:latin typeface="Barlow" panose="00000500000000000000" pitchFamily="2" charset="0"/>
                <a:ea typeface="Times New Roman" panose="02020603050405020304" pitchFamily="18" charset="0"/>
                <a:cs typeface="Calibri" panose="020F0502020204030204" pitchFamily="34" charset="0"/>
              </a:rPr>
              <a:t>corporate</a:t>
            </a:r>
            <a:r>
              <a:rPr lang="pt-BR" sz="2000" i="1" dirty="0">
                <a:effectLst/>
                <a:latin typeface="Barlow" panose="00000500000000000000" pitchFamily="2" charset="0"/>
                <a:ea typeface="Times New Roman" panose="02020603050405020304" pitchFamily="18" charset="0"/>
                <a:cs typeface="Calibri" panose="020F0502020204030204" pitchFamily="34" charset="0"/>
              </a:rPr>
              <a:t> Governance</a:t>
            </a:r>
            <a:r>
              <a:rPr lang="pt-BR" sz="2000" dirty="0">
                <a:effectLst/>
                <a:latin typeface="Barlow" panose="00000500000000000000" pitchFamily="2" charset="0"/>
                <a:ea typeface="Times New Roman" panose="02020603050405020304" pitchFamily="18" charset="0"/>
                <a:cs typeface="Calibri" panose="020F0502020204030204" pitchFamily="34" charset="0"/>
              </a:rPr>
              <a:t> – que significa; ambiental, social e corporativa).</a:t>
            </a:r>
          </a:p>
          <a:p>
            <a:pPr marL="152392" indent="0">
              <a:buNone/>
            </a:pPr>
            <a:endParaRPr lang="pt-BR" sz="2000" dirty="0">
              <a:latin typeface="Barlow" panose="00000500000000000000" pitchFamily="2" charset="0"/>
              <a:ea typeface="Times New Roman" panose="02020603050405020304" pitchFamily="18" charset="0"/>
              <a:cs typeface="Calibri" panose="020F0502020204030204" pitchFamily="34" charset="0"/>
            </a:endParaRPr>
          </a:p>
          <a:p>
            <a:pPr marL="152392" indent="0" algn="just">
              <a:buNone/>
            </a:pPr>
            <a:r>
              <a:rPr lang="pt-BR" sz="2800" dirty="0">
                <a:latin typeface="Barlow" panose="00000500000000000000" pitchFamily="2" charset="0"/>
                <a:ea typeface="Times New Roman" panose="02020603050405020304" pitchFamily="18" charset="0"/>
                <a:cs typeface="Calibri" panose="020F0502020204030204" pitchFamily="34" charset="0"/>
              </a:rPr>
              <a:t>G</a:t>
            </a:r>
            <a:r>
              <a:rPr lang="pt-BR" sz="2800" dirty="0">
                <a:effectLst/>
                <a:latin typeface="Barlow" panose="00000500000000000000" pitchFamily="2" charset="0"/>
                <a:ea typeface="Times New Roman" panose="02020603050405020304" pitchFamily="18" charset="0"/>
                <a:cs typeface="Calibri" panose="020F0502020204030204" pitchFamily="34" charset="0"/>
              </a:rPr>
              <a:t>randes inovação administrativa na área de agregação de valor, tem como preocupação básica a conformidade legal do uso ambiental das corporações em suas atividades empresariais. </a:t>
            </a:r>
          </a:p>
          <a:p>
            <a:pPr marL="152392" indent="0">
              <a:buNone/>
            </a:pPr>
            <a:endParaRPr lang="pt-BR" sz="2000" dirty="0">
              <a:latin typeface="Barlow" panose="00000500000000000000" pitchFamily="2" charset="0"/>
              <a:cs typeface="Calibri" panose="020F0502020204030204" pitchFamily="34" charset="0"/>
            </a:endParaRPr>
          </a:p>
          <a:p>
            <a:pPr marL="152392" indent="0">
              <a:buNone/>
            </a:pPr>
            <a:endParaRPr lang="pt-BR" sz="2000" dirty="0"/>
          </a:p>
        </p:txBody>
      </p:sp>
    </p:spTree>
    <p:extLst>
      <p:ext uri="{BB962C8B-B14F-4D97-AF65-F5344CB8AC3E}">
        <p14:creationId xmlns:p14="http://schemas.microsoft.com/office/powerpoint/2010/main" val="139060325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dirty="0"/>
              <a:t>Compliance concorrencial</a:t>
            </a:r>
            <a:endParaRPr sz="3200" dirty="0"/>
          </a:p>
        </p:txBody>
      </p:sp>
      <p:sp>
        <p:nvSpPr>
          <p:cNvPr id="46" name="Google Shape;46;p10"/>
          <p:cNvSpPr txBox="1">
            <a:spLocks noGrp="1"/>
          </p:cNvSpPr>
          <p:nvPr>
            <p:ph type="body" idx="1"/>
          </p:nvPr>
        </p:nvSpPr>
        <p:spPr>
          <a:xfrm>
            <a:off x="720000" y="1890488"/>
            <a:ext cx="11308000" cy="4675204"/>
          </a:xfrm>
          <a:prstGeom prst="rect">
            <a:avLst/>
          </a:prstGeom>
        </p:spPr>
        <p:txBody>
          <a:bodyPr spcFirstLastPara="1" wrap="square" lIns="121900" tIns="121900" rIns="121900" bIns="121900" anchor="t" anchorCtr="0">
            <a:noAutofit/>
          </a:bodyPr>
          <a:lstStyle/>
          <a:p>
            <a:pPr marL="0" indent="0" algn="just">
              <a:buNone/>
            </a:pPr>
            <a:r>
              <a:rPr lang="pt-BR" sz="2800" b="1" dirty="0">
                <a:solidFill>
                  <a:schemeClr val="tx1"/>
                </a:solidFill>
                <a:latin typeface="Barlow" panose="00000500000000000000" pitchFamily="2" charset="0"/>
                <a:cs typeface="Calibri" panose="020F0502020204030204" pitchFamily="34" charset="0"/>
              </a:rPr>
              <a:t>Capitalismo Consciente</a:t>
            </a:r>
          </a:p>
          <a:p>
            <a:pPr marL="0" indent="0" algn="just">
              <a:buNone/>
            </a:pPr>
            <a:endParaRPr lang="pt-BR" sz="2800" dirty="0">
              <a:solidFill>
                <a:schemeClr val="tx1"/>
              </a:solidFill>
              <a:latin typeface="Barlow" panose="00000500000000000000" pitchFamily="2" charset="0"/>
              <a:cs typeface="Calibri" panose="020F0502020204030204" pitchFamily="34" charset="0"/>
            </a:endParaRPr>
          </a:p>
          <a:p>
            <a:pPr marL="0" indent="0" algn="just">
              <a:buNone/>
            </a:pPr>
            <a:r>
              <a:rPr lang="pt-BR" sz="2800" i="1" dirty="0">
                <a:latin typeface="Barlow" panose="00000500000000000000" pitchFamily="2" charset="0"/>
                <a:ea typeface="Times New Roman" panose="02020603050405020304" pitchFamily="18" charset="0"/>
                <a:cs typeface="Arial" panose="020B0604020202020204" pitchFamily="34" charset="0"/>
              </a:rPr>
              <a:t>I</a:t>
            </a:r>
            <a:r>
              <a:rPr lang="pt-BR" sz="2800" i="1" dirty="0">
                <a:effectLst/>
                <a:latin typeface="Barlow" panose="00000500000000000000" pitchFamily="2" charset="0"/>
                <a:ea typeface="Times New Roman" panose="02020603050405020304" pitchFamily="18" charset="0"/>
                <a:cs typeface="Arial" panose="020B0604020202020204" pitchFamily="34" charset="0"/>
              </a:rPr>
              <a:t>ntuito de defender as pequenas e médias empresas das severas consequências do descumprimento da lei de defesa da concorrência. </a:t>
            </a:r>
            <a:endParaRPr lang="pt-BR" sz="2800" i="1" dirty="0">
              <a:solidFill>
                <a:schemeClr val="tx1"/>
              </a:solidFill>
              <a:latin typeface="Barlow" panose="00000500000000000000" pitchFamily="2" charset="0"/>
              <a:cs typeface="Arial" panose="020B0604020202020204" pitchFamily="34" charset="0"/>
            </a:endParaRPr>
          </a:p>
          <a:p>
            <a:pPr marL="0" indent="0" algn="just">
              <a:buNone/>
            </a:pPr>
            <a:endParaRPr lang="pt-BR" sz="2800" dirty="0">
              <a:solidFill>
                <a:schemeClr val="tx1"/>
              </a:solidFill>
              <a:latin typeface="Barlow" panose="00000500000000000000" pitchFamily="2" charset="0"/>
              <a:cs typeface="Calibri" panose="020F0502020204030204" pitchFamily="34" charset="0"/>
            </a:endParaRPr>
          </a:p>
        </p:txBody>
      </p:sp>
    </p:spTree>
    <p:extLst>
      <p:ext uri="{BB962C8B-B14F-4D97-AF65-F5344CB8AC3E}">
        <p14:creationId xmlns:p14="http://schemas.microsoft.com/office/powerpoint/2010/main" val="76822997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PONTOS PRINCIPAIS ABORDADOS NA AULA</a:t>
            </a:r>
            <a:endParaRPr sz="3200" dirty="0"/>
          </a:p>
        </p:txBody>
      </p:sp>
      <p:sp>
        <p:nvSpPr>
          <p:cNvPr id="52" name="Google Shape;52;p11"/>
          <p:cNvSpPr txBox="1">
            <a:spLocks noGrp="1"/>
          </p:cNvSpPr>
          <p:nvPr>
            <p:ph type="body" idx="1"/>
          </p:nvPr>
        </p:nvSpPr>
        <p:spPr>
          <a:xfrm>
            <a:off x="840000" y="1905479"/>
            <a:ext cx="11308000" cy="4454857"/>
          </a:xfrm>
          <a:prstGeom prst="rect">
            <a:avLst/>
          </a:prstGeom>
        </p:spPr>
        <p:txBody>
          <a:bodyPr spcFirstLastPara="1" wrap="square" lIns="121900" tIns="121900" rIns="121900" bIns="121900" anchor="t" anchorCtr="0">
            <a:noAutofit/>
          </a:bodyPr>
          <a:lstStyle/>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Diversidade do Compliance:</a:t>
            </a:r>
          </a:p>
          <a:p>
            <a:pPr marL="152392" indent="0" algn="just">
              <a:lnSpc>
                <a:spcPct val="150000"/>
              </a:lnSpc>
              <a:buSzPct val="75000"/>
              <a:buNone/>
            </a:pPr>
            <a:r>
              <a:rPr lang="pt-BR" sz="2800" dirty="0"/>
              <a:t> Tributário, Relações de Consumo, Ambiental e Concorrencial</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0;p9">
            <a:extLst>
              <a:ext uri="{FF2B5EF4-FFF2-40B4-BE49-F238E27FC236}">
                <a16:creationId xmlns:a16="http://schemas.microsoft.com/office/drawing/2014/main" id="{ADE060AA-380A-1A47-4B13-D1FE8B638433}"/>
              </a:ext>
            </a:extLst>
          </p:cNvPr>
          <p:cNvSpPr txBox="1">
            <a:spLocks noGrp="1"/>
          </p:cNvSpPr>
          <p:nvPr>
            <p:ph type="title"/>
          </p:nvPr>
        </p:nvSpPr>
        <p:spPr>
          <a:xfrm>
            <a:off x="4704800" y="1558400"/>
            <a:ext cx="7088400" cy="3741200"/>
          </a:xfrm>
          <a:prstGeom prst="rect">
            <a:avLst/>
          </a:prstGeom>
        </p:spPr>
        <p:txBody>
          <a:bodyPr spcFirstLastPara="1" wrap="square" lIns="121900" tIns="121900" rIns="121900" bIns="121900" anchor="ctr" anchorCtr="0">
            <a:normAutofit/>
          </a:bodyPr>
          <a:lstStyle/>
          <a:p>
            <a:r>
              <a:rPr lang="pt-BR" dirty="0"/>
              <a:t>Compliance Trabalhista e LGPD</a:t>
            </a:r>
            <a:endParaRPr dirty="0"/>
          </a:p>
        </p:txBody>
      </p:sp>
    </p:spTree>
    <p:extLst>
      <p:ext uri="{BB962C8B-B14F-4D97-AF65-F5344CB8AC3E}">
        <p14:creationId xmlns:p14="http://schemas.microsoft.com/office/powerpoint/2010/main" val="104446070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cs typeface="Calibri" panose="020F0502020204030204" pitchFamily="34" charset="0"/>
              </a:rPr>
              <a:t>Compliance Trabalhista </a:t>
            </a:r>
            <a:endParaRPr sz="3200" b="1" dirty="0">
              <a:solidFill>
                <a:srgbClr val="FF0000"/>
              </a:solidFill>
              <a:latin typeface="Barlow" panose="00000500000000000000" pitchFamily="2" charset="0"/>
              <a:cs typeface="Calibri" panose="020F0502020204030204" pitchFamily="34" charset="0"/>
            </a:endParaRPr>
          </a:p>
        </p:txBody>
      </p:sp>
      <p:sp>
        <p:nvSpPr>
          <p:cNvPr id="46" name="Google Shape;46;p10"/>
          <p:cNvSpPr txBox="1">
            <a:spLocks noGrp="1"/>
          </p:cNvSpPr>
          <p:nvPr>
            <p:ph type="body" idx="1"/>
          </p:nvPr>
        </p:nvSpPr>
        <p:spPr>
          <a:xfrm>
            <a:off x="840000" y="2173574"/>
            <a:ext cx="11210486" cy="4203482"/>
          </a:xfrm>
          <a:prstGeom prst="rect">
            <a:avLst/>
          </a:prstGeom>
        </p:spPr>
        <p:txBody>
          <a:bodyPr spcFirstLastPara="1" wrap="square" lIns="121900" tIns="121900" rIns="121900" bIns="121900" anchor="t" anchorCtr="0">
            <a:noAutofit/>
          </a:bodyPr>
          <a:lstStyle/>
          <a:p>
            <a:pPr marL="0" indent="0" algn="just">
              <a:lnSpc>
                <a:spcPct val="150000"/>
              </a:lnSpc>
              <a:buNone/>
            </a:pPr>
            <a:r>
              <a:rPr lang="pt-BR" sz="2800" dirty="0">
                <a:effectLst/>
                <a:latin typeface="Calibri" panose="020F0502020204030204" pitchFamily="34" charset="0"/>
                <a:ea typeface="Times New Roman" panose="02020603050405020304" pitchFamily="18" charset="0"/>
              </a:rPr>
              <a:t>O </a:t>
            </a:r>
            <a:r>
              <a:rPr lang="pt-BR" sz="2800" b="1" i="1" dirty="0">
                <a:effectLst/>
                <a:latin typeface="Barlow" panose="00000500000000000000" pitchFamily="2" charset="0"/>
                <a:ea typeface="Times New Roman" panose="02020603050405020304" pitchFamily="18" charset="0"/>
                <a:cs typeface="Calibri" panose="020F0502020204030204" pitchFamily="34" charset="0"/>
              </a:rPr>
              <a:t>Compliance</a:t>
            </a:r>
            <a:r>
              <a:rPr lang="pt-BR" sz="2800" b="1" dirty="0">
                <a:effectLst/>
                <a:latin typeface="Calibri" panose="020F0502020204030204" pitchFamily="34" charset="0"/>
                <a:ea typeface="Times New Roman" panose="02020603050405020304" pitchFamily="18" charset="0"/>
              </a:rPr>
              <a:t> Trabalhista </a:t>
            </a:r>
            <a:r>
              <a:rPr lang="pt-BR" sz="2800" dirty="0">
                <a:effectLst/>
                <a:latin typeface="Calibri" panose="020F0502020204030204" pitchFamily="34" charset="0"/>
                <a:ea typeface="Times New Roman" panose="02020603050405020304" pitchFamily="18" charset="0"/>
              </a:rPr>
              <a:t>possui uma importância imensurável na já estão de uma corporação, pois fica responsável tá já estão ética, sustentável, de controle, estratégico, sem em momento algum considerar o valor do capital humano. </a:t>
            </a:r>
            <a:endParaRPr lang="pt-BR" sz="2800" dirty="0">
              <a:solidFill>
                <a:schemeClr val="tx1"/>
              </a:solidFill>
              <a:latin typeface="Barlow" panose="00000500000000000000" pitchFamily="2" charset="0"/>
              <a:cs typeface="Calibri" panose="020F0502020204030204" pitchFamily="34"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8ACD55-4953-BAE8-653F-7F01560F6E6C}"/>
              </a:ext>
            </a:extLst>
          </p:cNvPr>
          <p:cNvSpPr>
            <a:spLocks noGrp="1"/>
          </p:cNvSpPr>
          <p:nvPr>
            <p:ph type="title"/>
          </p:nvPr>
        </p:nvSpPr>
        <p:spPr/>
        <p:txBody>
          <a:bodyPr/>
          <a:lstStyle/>
          <a:p>
            <a:r>
              <a:rPr lang="pt-BR" sz="2800" b="1" dirty="0">
                <a:latin typeface="Barlow" panose="00000500000000000000" pitchFamily="2" charset="0"/>
                <a:cs typeface="Calibri" panose="020F0502020204030204" pitchFamily="34" charset="0"/>
              </a:rPr>
              <a:t>Compliance Trabalhista </a:t>
            </a:r>
            <a:endParaRPr lang="pt-BR" dirty="0"/>
          </a:p>
        </p:txBody>
      </p:sp>
      <p:sp>
        <p:nvSpPr>
          <p:cNvPr id="3" name="Espaço Reservado para Texto 2">
            <a:extLst>
              <a:ext uri="{FF2B5EF4-FFF2-40B4-BE49-F238E27FC236}">
                <a16:creationId xmlns:a16="http://schemas.microsoft.com/office/drawing/2014/main" id="{3AA3F090-E125-983E-62B3-D8F361E57858}"/>
              </a:ext>
            </a:extLst>
          </p:cNvPr>
          <p:cNvSpPr>
            <a:spLocks noGrp="1"/>
          </p:cNvSpPr>
          <p:nvPr>
            <p:ph type="body" idx="1"/>
          </p:nvPr>
        </p:nvSpPr>
        <p:spPr>
          <a:xfrm>
            <a:off x="720000" y="1862817"/>
            <a:ext cx="10463815" cy="4452549"/>
          </a:xfrm>
        </p:spPr>
        <p:txBody>
          <a:bodyPr/>
          <a:lstStyle/>
          <a:p>
            <a:pPr marL="152392" indent="0" algn="just">
              <a:lnSpc>
                <a:spcPct val="107000"/>
              </a:lnSpc>
              <a:spcAft>
                <a:spcPts val="800"/>
              </a:spcAft>
              <a:buNone/>
            </a:pPr>
            <a:r>
              <a:rPr lang="pt-BR" sz="2000" dirty="0">
                <a:effectLst/>
                <a:latin typeface="Barlow" panose="00000500000000000000" pitchFamily="2" charset="0"/>
                <a:ea typeface="Times New Roman" panose="02020603050405020304" pitchFamily="18" charset="0"/>
                <a:cs typeface="Calibri" panose="020F0502020204030204" pitchFamily="34" charset="0"/>
              </a:rPr>
              <a:t> </a:t>
            </a:r>
            <a:endParaRPr lang="pt-BR" sz="2000" dirty="0">
              <a:effectLst/>
              <a:latin typeface="Calibri" panose="020F0502020204030204" pitchFamily="34" charset="0"/>
              <a:ea typeface="Calibri" panose="020F0502020204030204" pitchFamily="34" charset="0"/>
              <a:cs typeface="Times New Roman" panose="02020603050405020304" pitchFamily="18" charset="0"/>
            </a:endParaRPr>
          </a:p>
          <a:p>
            <a:pPr marL="152392" indent="0" algn="just">
              <a:lnSpc>
                <a:spcPct val="107000"/>
              </a:lnSpc>
              <a:spcAft>
                <a:spcPts val="800"/>
              </a:spcAft>
              <a:buNone/>
            </a:pPr>
            <a:r>
              <a:rPr lang="pt-BR" sz="2000" dirty="0">
                <a:effectLst/>
                <a:latin typeface="Barlow" panose="00000500000000000000" pitchFamily="2" charset="0"/>
                <a:ea typeface="Times New Roman" panose="02020603050405020304" pitchFamily="18" charset="0"/>
                <a:cs typeface="Calibri" panose="020F0502020204030204" pitchFamily="34" charset="0"/>
              </a:rPr>
              <a:t>Ao adotar um programa de </a:t>
            </a:r>
            <a:r>
              <a:rPr lang="pt-BR" sz="2000" i="1" dirty="0">
                <a:effectLst/>
                <a:latin typeface="Barlow" panose="00000500000000000000" pitchFamily="2" charset="0"/>
                <a:ea typeface="Times New Roman" panose="02020603050405020304" pitchFamily="18" charset="0"/>
                <a:cs typeface="Calibri" panose="020F0502020204030204" pitchFamily="34" charset="0"/>
              </a:rPr>
              <a:t>Compliance</a:t>
            </a:r>
            <a:r>
              <a:rPr lang="pt-BR" sz="2000" dirty="0">
                <a:effectLst/>
                <a:latin typeface="Barlow" panose="00000500000000000000" pitchFamily="2" charset="0"/>
                <a:ea typeface="Times New Roman" panose="02020603050405020304" pitchFamily="18" charset="0"/>
                <a:cs typeface="Calibri" panose="020F0502020204030204" pitchFamily="34" charset="0"/>
              </a:rPr>
              <a:t> trabalhista as empresas devem, além de estar em conformidade com o ordenamento jurídico trabalhista, implementar controles e análises que possibilitam a redução do passivo trabalhista (consequente redução dos riscos do negócio) e o desenvolvimento de treinamentos periódicos, conforme preconiza o Decreto nº 8420/2015 que regulamentou a Lei Anticorrupção. Imperioso asseverar que a adequação (adoção de práticas) ao complexo trabalhista não decorre somente durante a vigência do contrato do empregado/colaborador/representante, uma vez que para a efetividade das práticas é necessário que as medidas sejam adotadas desde o início da análise do edital passando a efetiva execução do contrato até a sua conclusão/encerramento.</a:t>
            </a:r>
          </a:p>
          <a:p>
            <a:pPr marL="152392" indent="0" algn="just">
              <a:lnSpc>
                <a:spcPct val="107000"/>
              </a:lnSpc>
              <a:spcAft>
                <a:spcPts val="800"/>
              </a:spcAft>
              <a:buNone/>
            </a:pPr>
            <a:endParaRPr lang="pt-BR" sz="2000" dirty="0">
              <a:latin typeface="Barlow" panose="00000500000000000000" pitchFamily="2" charset="0"/>
              <a:ea typeface="Calibri" panose="020F0502020204030204" pitchFamily="34" charset="0"/>
              <a:cs typeface="Calibri" panose="020F0502020204030204" pitchFamily="34" charset="0"/>
            </a:endParaRPr>
          </a:p>
          <a:p>
            <a:pPr marL="152392" indent="0" algn="r">
              <a:lnSpc>
                <a:spcPct val="107000"/>
              </a:lnSpc>
              <a:spcAft>
                <a:spcPts val="800"/>
              </a:spcAft>
              <a:buNone/>
            </a:pPr>
            <a:r>
              <a:rPr lang="pt-BR" sz="2000" dirty="0" err="1">
                <a:effectLst/>
                <a:latin typeface="Barlow" panose="00000500000000000000" pitchFamily="2" charset="0"/>
                <a:ea typeface="Times New Roman" panose="02020603050405020304" pitchFamily="18" charset="0"/>
                <a:cs typeface="Calibri" panose="020F0502020204030204" pitchFamily="34" charset="0"/>
              </a:rPr>
              <a:t>Perregil</a:t>
            </a:r>
            <a:r>
              <a:rPr lang="pt-BR" sz="2000" dirty="0">
                <a:effectLst/>
                <a:latin typeface="Barlow" panose="00000500000000000000" pitchFamily="2" charset="0"/>
                <a:ea typeface="Times New Roman" panose="02020603050405020304" pitchFamily="18" charset="0"/>
                <a:cs typeface="Calibri" panose="020F0502020204030204" pitchFamily="34" charset="0"/>
              </a:rPr>
              <a:t> e Calcine (2021, p. 219).</a:t>
            </a:r>
            <a:endParaRPr lang="pt-BR" sz="2000" dirty="0">
              <a:effectLst/>
              <a:latin typeface="Calibri" panose="020F0502020204030204" pitchFamily="34" charset="0"/>
              <a:ea typeface="Calibri" panose="020F0502020204030204" pitchFamily="34" charset="0"/>
              <a:cs typeface="Times New Roman" panose="02020603050405020304" pitchFamily="18" charset="0"/>
            </a:endParaRPr>
          </a:p>
          <a:p>
            <a:pPr marL="152392" indent="0" algn="just">
              <a:lnSpc>
                <a:spcPct val="107000"/>
              </a:lnSpc>
              <a:spcAft>
                <a:spcPts val="800"/>
              </a:spcAft>
              <a:buNone/>
            </a:pPr>
            <a:endParaRPr lang="pt-BR"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pt-BR" dirty="0"/>
          </a:p>
        </p:txBody>
      </p:sp>
    </p:spTree>
    <p:extLst>
      <p:ext uri="{BB962C8B-B14F-4D97-AF65-F5344CB8AC3E}">
        <p14:creationId xmlns:p14="http://schemas.microsoft.com/office/powerpoint/2010/main" val="86949819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rPr>
              <a:t>Compliance Trabalhista </a:t>
            </a:r>
            <a:endParaRPr sz="3200" b="1" dirty="0">
              <a:latin typeface="Barlow" panose="00000500000000000000" pitchFamily="2" charset="0"/>
            </a:endParaRPr>
          </a:p>
        </p:txBody>
      </p:sp>
      <p:sp>
        <p:nvSpPr>
          <p:cNvPr id="46" name="Google Shape;46;p10"/>
          <p:cNvSpPr txBox="1">
            <a:spLocks noGrp="1"/>
          </p:cNvSpPr>
          <p:nvPr>
            <p:ph type="body" idx="1"/>
          </p:nvPr>
        </p:nvSpPr>
        <p:spPr>
          <a:xfrm>
            <a:off x="720000" y="1890488"/>
            <a:ext cx="10688898" cy="4424878"/>
          </a:xfrm>
          <a:prstGeom prst="rect">
            <a:avLst/>
          </a:prstGeom>
        </p:spPr>
        <p:txBody>
          <a:bodyPr spcFirstLastPara="1" wrap="square" lIns="121900" tIns="121900" rIns="121900" bIns="121900" anchor="t" anchorCtr="0">
            <a:noAutofit/>
          </a:bodyPr>
          <a:lstStyle/>
          <a:p>
            <a:pPr indent="0" algn="just">
              <a:lnSpc>
                <a:spcPct val="150000"/>
              </a:lnSpc>
              <a:spcAft>
                <a:spcPts val="600"/>
              </a:spcAft>
              <a:buNone/>
            </a:pPr>
            <a:r>
              <a:rPr lang="pt-BR" sz="2800" i="1" dirty="0">
                <a:effectLst/>
                <a:latin typeface="Barlow" panose="00000500000000000000" pitchFamily="2" charset="0"/>
                <a:ea typeface="Times New Roman" panose="02020603050405020304" pitchFamily="18" charset="0"/>
                <a:cs typeface="Calibri" panose="020F0502020204030204" pitchFamily="34" charset="0"/>
              </a:rPr>
              <a:t>Compliance Trabalhista</a:t>
            </a:r>
            <a:r>
              <a:rPr lang="pt-BR" sz="2800" dirty="0">
                <a:effectLst/>
                <a:latin typeface="Barlow" panose="00000500000000000000" pitchFamily="2" charset="0"/>
                <a:ea typeface="Times New Roman" panose="02020603050405020304" pitchFamily="18" charset="0"/>
                <a:cs typeface="Calibri" panose="020F0502020204030204" pitchFamily="34" charset="0"/>
              </a:rPr>
              <a:t>, tem a sua efetividade muito além da mitigação de riscos oriundos de práticas ilícitas de tomadores de decisões, valendo ressaltar que a efetividade de fato resguarda a empresa sobretudo de casos de assédio moral e sexual, e problemas quanto diversidade destas, em questão de gênero, raça, credo e etnia.</a:t>
            </a:r>
            <a:endParaRPr lang="pt-BR"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192582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dirty="0"/>
              <a:t>Lei Geral De Proteção De Dados – LGDP</a:t>
            </a:r>
            <a:endParaRPr sz="3200" dirty="0"/>
          </a:p>
        </p:txBody>
      </p:sp>
      <p:sp>
        <p:nvSpPr>
          <p:cNvPr id="46" name="Google Shape;46;p10"/>
          <p:cNvSpPr txBox="1">
            <a:spLocks noGrp="1"/>
          </p:cNvSpPr>
          <p:nvPr>
            <p:ph type="body" idx="1"/>
          </p:nvPr>
        </p:nvSpPr>
        <p:spPr>
          <a:xfrm>
            <a:off x="720000" y="1890488"/>
            <a:ext cx="10688898" cy="4675204"/>
          </a:xfrm>
          <a:prstGeom prst="rect">
            <a:avLst/>
          </a:prstGeom>
        </p:spPr>
        <p:txBody>
          <a:bodyPr spcFirstLastPara="1" wrap="square" lIns="121900" tIns="121900" rIns="121900" bIns="121900" anchor="t" anchorCtr="0">
            <a:noAutofit/>
          </a:bodyPr>
          <a:lstStyle/>
          <a:p>
            <a:pPr marL="0" indent="0" algn="just">
              <a:buNone/>
            </a:pPr>
            <a:r>
              <a:rPr lang="pt-BR" sz="2800" dirty="0">
                <a:effectLst/>
                <a:latin typeface="Barlow" panose="00000500000000000000" pitchFamily="2" charset="0"/>
                <a:ea typeface="Times New Roman" panose="02020603050405020304" pitchFamily="18" charset="0"/>
                <a:cs typeface="Calibri" panose="020F0502020204030204" pitchFamily="34" charset="0"/>
              </a:rPr>
              <a:t>Art. 46 prevê que “ os agentes de tratamento devem adotar medidas de segurança, técnicas e administrativas aptas a proteger os dados pessoais de acesso não autorizados e de situações acidentais ou ilícitas de destruição, perda, alteração comunicação ou qualquer forma de tratamento inadequado ou ilícito”.</a:t>
            </a:r>
            <a:endParaRPr lang="pt-BR" sz="2800" b="1" dirty="0">
              <a:solidFill>
                <a:schemeClr val="tx1"/>
              </a:solidFill>
              <a:latin typeface="Barlow" panose="00000500000000000000" pitchFamily="2" charset="0"/>
              <a:cs typeface="Calibri" panose="020F0502020204030204" pitchFamily="34" charset="0"/>
            </a:endParaRPr>
          </a:p>
        </p:txBody>
      </p:sp>
    </p:spTree>
    <p:extLst>
      <p:ext uri="{BB962C8B-B14F-4D97-AF65-F5344CB8AC3E}">
        <p14:creationId xmlns:p14="http://schemas.microsoft.com/office/powerpoint/2010/main" val="411498088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PONTOS PRINCIPAIS ABORDADOS NA AULA</a:t>
            </a:r>
            <a:endParaRPr sz="3200" dirty="0"/>
          </a:p>
        </p:txBody>
      </p:sp>
      <p:sp>
        <p:nvSpPr>
          <p:cNvPr id="52" name="Google Shape;52;p11"/>
          <p:cNvSpPr txBox="1">
            <a:spLocks noGrp="1"/>
          </p:cNvSpPr>
          <p:nvPr>
            <p:ph type="body" idx="1"/>
          </p:nvPr>
        </p:nvSpPr>
        <p:spPr>
          <a:xfrm>
            <a:off x="840000" y="1905479"/>
            <a:ext cx="11308000" cy="4454857"/>
          </a:xfrm>
          <a:prstGeom prst="rect">
            <a:avLst/>
          </a:prstGeom>
        </p:spPr>
        <p:txBody>
          <a:bodyPr spcFirstLastPara="1" wrap="square" lIns="121900" tIns="121900" rIns="121900" bIns="121900" anchor="t" anchorCtr="0">
            <a:noAutofit/>
          </a:bodyPr>
          <a:lstStyle/>
          <a:p>
            <a:pPr marL="152392" indent="0" algn="just">
              <a:lnSpc>
                <a:spcPct val="150000"/>
              </a:lnSpc>
              <a:buSzPct val="75000"/>
              <a:buNone/>
            </a:pPr>
            <a:endParaRPr lang="pt-BR" sz="2800" dirty="0"/>
          </a:p>
          <a:p>
            <a:pPr algn="just">
              <a:lnSpc>
                <a:spcPct val="150000"/>
              </a:lnSpc>
              <a:buSzPct val="75000"/>
              <a:buFont typeface="Arial" panose="020B0604020202020204" pitchFamily="34" charset="0"/>
              <a:buChar char="•"/>
            </a:pPr>
            <a:r>
              <a:rPr lang="pt-BR" sz="2800" dirty="0"/>
              <a:t>Conceitos de Compliance Trabalhista</a:t>
            </a:r>
          </a:p>
          <a:p>
            <a:pPr algn="just">
              <a:lnSpc>
                <a:spcPct val="150000"/>
              </a:lnSpc>
              <a:buSzPct val="75000"/>
              <a:buFont typeface="Arial" panose="020B0604020202020204" pitchFamily="34" charset="0"/>
              <a:buChar char="•"/>
            </a:pPr>
            <a:r>
              <a:rPr lang="pt-BR" sz="2800" dirty="0"/>
              <a:t>Finalidade de Compliance Trabalhista</a:t>
            </a:r>
          </a:p>
          <a:p>
            <a:pPr algn="just">
              <a:lnSpc>
                <a:spcPct val="150000"/>
              </a:lnSpc>
              <a:buSzPct val="75000"/>
              <a:buFont typeface="Arial" panose="020B0604020202020204" pitchFamily="34" charset="0"/>
              <a:buChar char="•"/>
            </a:pPr>
            <a:r>
              <a:rPr lang="pt-BR" sz="2800"/>
              <a:t>LGPD</a:t>
            </a:r>
            <a:endParaRPr sz="28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0;p9">
            <a:extLst>
              <a:ext uri="{FF2B5EF4-FFF2-40B4-BE49-F238E27FC236}">
                <a16:creationId xmlns:a16="http://schemas.microsoft.com/office/drawing/2014/main" id="{DE2A1D67-39D6-A9FE-253A-D8F9FBB7DF9C}"/>
              </a:ext>
            </a:extLst>
          </p:cNvPr>
          <p:cNvSpPr txBox="1">
            <a:spLocks noGrp="1"/>
          </p:cNvSpPr>
          <p:nvPr>
            <p:ph type="title"/>
          </p:nvPr>
        </p:nvSpPr>
        <p:spPr>
          <a:xfrm>
            <a:off x="4704800" y="1558400"/>
            <a:ext cx="7088400" cy="3741200"/>
          </a:xfrm>
          <a:prstGeom prst="rect">
            <a:avLst/>
          </a:prstGeom>
        </p:spPr>
        <p:txBody>
          <a:bodyPr spcFirstLastPara="1" wrap="square" lIns="121900" tIns="121900" rIns="121900" bIns="121900" anchor="ctr" anchorCtr="0">
            <a:normAutofit/>
          </a:bodyPr>
          <a:lstStyle/>
          <a:p>
            <a:r>
              <a:rPr lang="pt-BR" dirty="0"/>
              <a:t>Legislação Aplicada ao Compliance nos Estados Brasileiros.</a:t>
            </a:r>
            <a:endParaRPr dirty="0"/>
          </a:p>
        </p:txBody>
      </p:sp>
    </p:spTree>
    <p:extLst>
      <p:ext uri="{BB962C8B-B14F-4D97-AF65-F5344CB8AC3E}">
        <p14:creationId xmlns:p14="http://schemas.microsoft.com/office/powerpoint/2010/main" val="211297803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cs typeface="Calibri" panose="020F0502020204030204" pitchFamily="34" charset="0"/>
              </a:rPr>
              <a:t>Compliance nos Estados Brasileiros</a:t>
            </a:r>
            <a:endParaRPr sz="3200" b="1" dirty="0">
              <a:solidFill>
                <a:srgbClr val="FF0000"/>
              </a:solidFill>
              <a:latin typeface="Barlow" panose="00000500000000000000" pitchFamily="2" charset="0"/>
              <a:cs typeface="Calibri" panose="020F0502020204030204" pitchFamily="34" charset="0"/>
            </a:endParaRPr>
          </a:p>
        </p:txBody>
      </p:sp>
      <p:sp>
        <p:nvSpPr>
          <p:cNvPr id="46" name="Google Shape;46;p10"/>
          <p:cNvSpPr txBox="1">
            <a:spLocks noGrp="1"/>
          </p:cNvSpPr>
          <p:nvPr>
            <p:ph type="body" idx="1"/>
          </p:nvPr>
        </p:nvSpPr>
        <p:spPr>
          <a:xfrm>
            <a:off x="734178" y="2004762"/>
            <a:ext cx="10723643" cy="4203482"/>
          </a:xfrm>
          <a:prstGeom prst="rect">
            <a:avLst/>
          </a:prstGeom>
        </p:spPr>
        <p:txBody>
          <a:bodyPr spcFirstLastPara="1" wrap="square" lIns="121900" tIns="121900" rIns="121900" bIns="121900" anchor="t" anchorCtr="0">
            <a:noAutofit/>
          </a:bodyPr>
          <a:lstStyle/>
          <a:p>
            <a:pPr marL="0" indent="0" algn="just">
              <a:lnSpc>
                <a:spcPct val="150000"/>
              </a:lnSpc>
              <a:buNone/>
            </a:pPr>
            <a:r>
              <a:rPr lang="pt-BR" sz="2800" dirty="0">
                <a:effectLst/>
                <a:latin typeface="Barlow" panose="00000500000000000000" pitchFamily="2" charset="0"/>
                <a:ea typeface="Times New Roman" panose="02020603050405020304" pitchFamily="18" charset="0"/>
                <a:cs typeface="Calibri" panose="020F0502020204030204" pitchFamily="34" charset="0"/>
              </a:rPr>
              <a:t>Com desenvolvimento de uma cultura mais transparente e de anticorrupção, um novo formato de gestão, surge, voltado para o desenvolvimento e da conformação jurídica de um sistema estrutural e normativo como intuito da indução da integridade pelo país um novo formato legislativo de proteção do erário público, e de seus interesses. </a:t>
            </a:r>
            <a:endParaRPr lang="pt-BR" sz="2800" dirty="0">
              <a:solidFill>
                <a:schemeClr val="tx1"/>
              </a:solidFill>
              <a:latin typeface="Barlow" panose="00000500000000000000" pitchFamily="2" charset="0"/>
              <a:cs typeface="Calibri" panose="020F0502020204030204" pitchFamily="34"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cs typeface="Calibri" panose="020F0502020204030204" pitchFamily="34" charset="0"/>
              </a:rPr>
              <a:t>Compliance nos Estados Brasileiros</a:t>
            </a:r>
            <a:endParaRPr sz="3200" b="1" dirty="0">
              <a:latin typeface="Barlow" panose="00000500000000000000" pitchFamily="2" charset="0"/>
            </a:endParaRPr>
          </a:p>
        </p:txBody>
      </p:sp>
      <p:sp>
        <p:nvSpPr>
          <p:cNvPr id="46" name="Google Shape;46;p10"/>
          <p:cNvSpPr txBox="1">
            <a:spLocks noGrp="1"/>
          </p:cNvSpPr>
          <p:nvPr>
            <p:ph type="body" idx="1"/>
          </p:nvPr>
        </p:nvSpPr>
        <p:spPr>
          <a:xfrm>
            <a:off x="720000" y="1890488"/>
            <a:ext cx="11308000" cy="4424878"/>
          </a:xfrm>
          <a:prstGeom prst="rect">
            <a:avLst/>
          </a:prstGeom>
        </p:spPr>
        <p:txBody>
          <a:bodyPr spcFirstLastPara="1" wrap="square" lIns="121900" tIns="121900" rIns="121900" bIns="121900" anchor="t" anchorCtr="0">
            <a:noAutofit/>
          </a:bodyPr>
          <a:lstStyle/>
          <a:p>
            <a:pPr marL="0" indent="0" algn="just">
              <a:buNone/>
            </a:pPr>
            <a:r>
              <a:rPr lang="pt-BR" sz="2800" dirty="0"/>
              <a:t>Assim segundo Carvalho (2021), urgiu a necessidade elaboração de normas de Compliance em cada estado membro para que torne a lei de corrupção (Lei Federal), mais acessível às especificidades de cada região Brasileira. </a:t>
            </a:r>
          </a:p>
        </p:txBody>
      </p:sp>
    </p:spTree>
    <p:extLst>
      <p:ext uri="{BB962C8B-B14F-4D97-AF65-F5344CB8AC3E}">
        <p14:creationId xmlns:p14="http://schemas.microsoft.com/office/powerpoint/2010/main" val="386770125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090C36-A606-BDB5-71BA-0086E48411C5}"/>
              </a:ext>
            </a:extLst>
          </p:cNvPr>
          <p:cNvSpPr>
            <a:spLocks noGrp="1"/>
          </p:cNvSpPr>
          <p:nvPr>
            <p:ph type="title"/>
          </p:nvPr>
        </p:nvSpPr>
        <p:spPr/>
        <p:txBody>
          <a:bodyPr>
            <a:normAutofit/>
          </a:bodyPr>
          <a:lstStyle/>
          <a:p>
            <a:r>
              <a:rPr lang="pt-BR" sz="2800" b="1" dirty="0">
                <a:effectLst/>
                <a:latin typeface="Barlow" panose="00000500000000000000" pitchFamily="2" charset="0"/>
                <a:ea typeface="Times New Roman" panose="02020603050405020304" pitchFamily="18" charset="0"/>
                <a:cs typeface="Calibri" panose="020F0502020204030204" pitchFamily="34" charset="0"/>
              </a:rPr>
              <a:t>Normas De Integridade Dos Estados Membros</a:t>
            </a:r>
            <a:endParaRPr lang="pt-BR" sz="2800" b="1" dirty="0"/>
          </a:p>
        </p:txBody>
      </p:sp>
      <p:sp>
        <p:nvSpPr>
          <p:cNvPr id="3" name="Espaço Reservado para Texto 2">
            <a:extLst>
              <a:ext uri="{FF2B5EF4-FFF2-40B4-BE49-F238E27FC236}">
                <a16:creationId xmlns:a16="http://schemas.microsoft.com/office/drawing/2014/main" id="{0F1100C3-3D13-6207-C3F9-0D9994D56473}"/>
              </a:ext>
            </a:extLst>
          </p:cNvPr>
          <p:cNvSpPr>
            <a:spLocks noGrp="1"/>
          </p:cNvSpPr>
          <p:nvPr>
            <p:ph type="body" idx="1"/>
          </p:nvPr>
        </p:nvSpPr>
        <p:spPr/>
        <p:txBody>
          <a:bodyPr/>
          <a:lstStyle/>
          <a:p>
            <a:pPr marL="152392" indent="0">
              <a:buNone/>
            </a:pPr>
            <a:endParaRPr lang="pt-BR" dirty="0"/>
          </a:p>
        </p:txBody>
      </p:sp>
      <p:pic>
        <p:nvPicPr>
          <p:cNvPr id="5" name="Imagem 4">
            <a:extLst>
              <a:ext uri="{FF2B5EF4-FFF2-40B4-BE49-F238E27FC236}">
                <a16:creationId xmlns:a16="http://schemas.microsoft.com/office/drawing/2014/main" id="{1E1011EE-DD55-3B71-4DA2-7536B30E3678}"/>
              </a:ext>
            </a:extLst>
          </p:cNvPr>
          <p:cNvPicPr>
            <a:picLocks noChangeAspect="1"/>
          </p:cNvPicPr>
          <p:nvPr/>
        </p:nvPicPr>
        <p:blipFill rotWithShape="1">
          <a:blip r:embed="rId2"/>
          <a:srcRect l="60000" t="13927" r="16577" b="8838"/>
          <a:stretch/>
        </p:blipFill>
        <p:spPr>
          <a:xfrm>
            <a:off x="2892083" y="1410933"/>
            <a:ext cx="6175717" cy="4904433"/>
          </a:xfrm>
          <a:prstGeom prst="rect">
            <a:avLst/>
          </a:prstGeom>
        </p:spPr>
      </p:pic>
    </p:spTree>
    <p:extLst>
      <p:ext uri="{BB962C8B-B14F-4D97-AF65-F5344CB8AC3E}">
        <p14:creationId xmlns:p14="http://schemas.microsoft.com/office/powerpoint/2010/main" val="86294845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2800" b="1" i="0" dirty="0">
                <a:solidFill>
                  <a:srgbClr val="000000"/>
                </a:solidFill>
                <a:effectLst/>
                <a:latin typeface="Barlow" panose="00000500000000000000" pitchFamily="2" charset="0"/>
                <a:ea typeface="Barlow SemiBold" panose="00000700000000000000" pitchFamily="2" charset="0"/>
                <a:cs typeface="Calibri" panose="020F0502020204030204" pitchFamily="34" charset="0"/>
              </a:rPr>
              <a:t>Compliance nos Estados Brasileiros</a:t>
            </a:r>
            <a:endParaRPr sz="2800" dirty="0"/>
          </a:p>
        </p:txBody>
      </p:sp>
      <p:sp>
        <p:nvSpPr>
          <p:cNvPr id="46" name="Google Shape;46;p10"/>
          <p:cNvSpPr txBox="1">
            <a:spLocks noGrp="1"/>
          </p:cNvSpPr>
          <p:nvPr>
            <p:ph type="body" idx="1"/>
          </p:nvPr>
        </p:nvSpPr>
        <p:spPr>
          <a:xfrm>
            <a:off x="720000" y="1890488"/>
            <a:ext cx="11308000" cy="4675204"/>
          </a:xfrm>
          <a:prstGeom prst="rect">
            <a:avLst/>
          </a:prstGeom>
        </p:spPr>
        <p:txBody>
          <a:bodyPr spcFirstLastPara="1" wrap="square" lIns="121900" tIns="121900" rIns="121900" bIns="121900" anchor="t" anchorCtr="0">
            <a:noAutofit/>
          </a:bodyPr>
          <a:lstStyle/>
          <a:p>
            <a:pPr marL="0" indent="0" algn="just">
              <a:buNone/>
            </a:pPr>
            <a:r>
              <a:rPr lang="pt-BR" sz="2800" dirty="0">
                <a:solidFill>
                  <a:schemeClr val="tx1"/>
                </a:solidFill>
                <a:latin typeface="Barlow" panose="00000500000000000000" pitchFamily="2" charset="0"/>
                <a:cs typeface="Calibri" panose="020F0502020204030204" pitchFamily="34" charset="0"/>
              </a:rPr>
              <a:t>Hoje, o Brasil ainda está em fase de transição, porém, em poucos anos, essas normas se tornarão obrigatórias e decisivas em todo o país. Muitos estados e municípios estão buscando aprovar portarias regulamentando a Lei Anticorrupção para garantir ainda mais a integridade das parcerias público-privadas.</a:t>
            </a:r>
          </a:p>
        </p:txBody>
      </p:sp>
    </p:spTree>
    <p:extLst>
      <p:ext uri="{BB962C8B-B14F-4D97-AF65-F5344CB8AC3E}">
        <p14:creationId xmlns:p14="http://schemas.microsoft.com/office/powerpoint/2010/main" val="141100785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PONTOS PRINCIPAIS ABORDADOS NA AULA</a:t>
            </a:r>
            <a:endParaRPr sz="3200" dirty="0"/>
          </a:p>
        </p:txBody>
      </p:sp>
      <p:sp>
        <p:nvSpPr>
          <p:cNvPr id="52" name="Google Shape;52;p11"/>
          <p:cNvSpPr txBox="1">
            <a:spLocks noGrp="1"/>
          </p:cNvSpPr>
          <p:nvPr>
            <p:ph type="body" idx="1"/>
          </p:nvPr>
        </p:nvSpPr>
        <p:spPr>
          <a:xfrm>
            <a:off x="840000" y="1905479"/>
            <a:ext cx="11308000" cy="4454857"/>
          </a:xfrm>
          <a:prstGeom prst="rect">
            <a:avLst/>
          </a:prstGeom>
        </p:spPr>
        <p:txBody>
          <a:bodyPr spcFirstLastPara="1" wrap="square" lIns="121900" tIns="121900" rIns="121900" bIns="121900" anchor="t" anchorCtr="0">
            <a:noAutofit/>
          </a:bodyPr>
          <a:lstStyle/>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Regionalização da Lei Anticorrupção</a:t>
            </a:r>
          </a:p>
          <a:p>
            <a:pPr algn="just">
              <a:lnSpc>
                <a:spcPct val="150000"/>
              </a:lnSpc>
              <a:buSzPct val="75000"/>
              <a:buFont typeface="Arial" panose="020B0604020202020204" pitchFamily="34" charset="0"/>
              <a:buChar char="•"/>
            </a:pPr>
            <a:r>
              <a:rPr lang="pt-BR" sz="2800" dirty="0"/>
              <a:t>Primeiras legislações estaduais</a:t>
            </a:r>
          </a:p>
          <a:p>
            <a:pPr algn="just">
              <a:lnSpc>
                <a:spcPct val="150000"/>
              </a:lnSpc>
              <a:buSzPct val="75000"/>
              <a:buFont typeface="Arial" panose="020B0604020202020204" pitchFamily="34" charset="0"/>
              <a:buChar char="•"/>
            </a:pPr>
            <a:r>
              <a:rPr lang="pt-BR" sz="2800" dirty="0"/>
              <a:t>Panorama geral das legislações estaduais </a:t>
            </a:r>
            <a:r>
              <a:rPr lang="pt-BR" sz="2800"/>
              <a:t>de Compliance.</a:t>
            </a:r>
            <a:endParaRPr sz="28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6334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101</TotalTime>
  <Words>4650</Words>
  <Application>Microsoft Office PowerPoint</Application>
  <PresentationFormat>Widescreen</PresentationFormat>
  <Paragraphs>423</Paragraphs>
  <Slides>106</Slides>
  <Notes>70</Notes>
  <HiddenSlides>0</HiddenSlides>
  <MMClips>0</MMClips>
  <ScaleCrop>false</ScaleCrop>
  <HeadingPairs>
    <vt:vector size="6" baseType="variant">
      <vt:variant>
        <vt:lpstr>Fontes usadas</vt:lpstr>
      </vt:variant>
      <vt:variant>
        <vt:i4>8</vt:i4>
      </vt:variant>
      <vt:variant>
        <vt:lpstr>Tema</vt:lpstr>
      </vt:variant>
      <vt:variant>
        <vt:i4>1</vt:i4>
      </vt:variant>
      <vt:variant>
        <vt:lpstr>Títulos de slides</vt:lpstr>
      </vt:variant>
      <vt:variant>
        <vt:i4>106</vt:i4>
      </vt:variant>
    </vt:vector>
  </HeadingPairs>
  <TitlesOfParts>
    <vt:vector size="115" baseType="lpstr">
      <vt:lpstr>Arial</vt:lpstr>
      <vt:lpstr>Arial MT</vt:lpstr>
      <vt:lpstr>Barlow</vt:lpstr>
      <vt:lpstr>Barlow SemiBold</vt:lpstr>
      <vt:lpstr>Calibri</vt:lpstr>
      <vt:lpstr>Tahoma</vt:lpstr>
      <vt:lpstr>Times New Roman</vt:lpstr>
      <vt:lpstr>Trebuchet MS</vt:lpstr>
      <vt:lpstr>Office Theme</vt:lpstr>
      <vt:lpstr>Origem e Conceito da Governança</vt:lpstr>
      <vt:lpstr>Origem da Governança</vt:lpstr>
      <vt:lpstr>Conceito de Governança</vt:lpstr>
      <vt:lpstr>Governança como inovação</vt:lpstr>
      <vt:lpstr>PONTOS PRINCIPAIS ABORDADOS NA AULA</vt:lpstr>
      <vt:lpstr>Apresentação do PowerPoint</vt:lpstr>
      <vt:lpstr>Conceito da Governança Corporativa - GC</vt:lpstr>
      <vt:lpstr>Função da Governança Corporativa - GC</vt:lpstr>
      <vt:lpstr>Caminho Legislativo da GC</vt:lpstr>
      <vt:lpstr>PONTOS PRINCIPAIS ABORDADOS NA AULA</vt:lpstr>
      <vt:lpstr>PONTOS PRINCIPAIS ABORDADOS NA AULA</vt:lpstr>
      <vt:lpstr>Princípios da Governança Corporativa</vt:lpstr>
      <vt:lpstr>Princípios da Governança</vt:lpstr>
      <vt:lpstr>Princípios atrelados a Governança, segundo IBGC :</vt:lpstr>
      <vt:lpstr>Governança como inovação </vt:lpstr>
      <vt:lpstr>PONTOS PRINCIPAIS ABORDADOS NA AULA</vt:lpstr>
      <vt:lpstr>Apresentação do PowerPoint</vt:lpstr>
      <vt:lpstr>Governança Corporativa nas relações Público - Privadas </vt:lpstr>
      <vt:lpstr>Marcos Históricos para Evolução da Governança na Adm. Pública</vt:lpstr>
      <vt:lpstr>Legislações de Governança Pública</vt:lpstr>
      <vt:lpstr>PONTOS PRINCIPAIS ABORDADOS NA AULA</vt:lpstr>
      <vt:lpstr>Teoria Environment, Social and Corporate Governance  ESG </vt:lpstr>
      <vt:lpstr>Mas, o que é ESG ?</vt:lpstr>
      <vt:lpstr>Objetivos do ESG</vt:lpstr>
      <vt:lpstr>Dados do mercado no que tange ESG</vt:lpstr>
      <vt:lpstr>Movimentações da ONU na busca pelo desenvolvimento Sustentável</vt:lpstr>
      <vt:lpstr>PONTOS PRINCIPAIS ABORDADOS NA AULA</vt:lpstr>
      <vt:lpstr>GESTÃO DE RISCO </vt:lpstr>
      <vt:lpstr>Conceitos de Riscos</vt:lpstr>
      <vt:lpstr>Gestão de Riscos</vt:lpstr>
      <vt:lpstr>Gestão de Riscos na  Governança Corporativa</vt:lpstr>
      <vt:lpstr>PONTOS PRINCIPAIS ABORDADOS NA AULA</vt:lpstr>
      <vt:lpstr>Fiscalização e Controle como Ferramenta de Gestão de Riscos</vt:lpstr>
      <vt:lpstr>Fiscalização e Controle como Ferramenta de Gestão de Riscos</vt:lpstr>
      <vt:lpstr>Ferramentas de Fiscalização e Controle na Gestão de Riscos</vt:lpstr>
      <vt:lpstr>Fiscalização e Controle na Gestão de Riscos</vt:lpstr>
      <vt:lpstr>PONTOS PRINCIPAIS ABORDADOS NA AULA</vt:lpstr>
      <vt:lpstr>Processo de Gestão de Riscos e Compliance</vt:lpstr>
      <vt:lpstr>Conceito de Gestão de Riscos e Compliance</vt:lpstr>
      <vt:lpstr>Processo de Gestão de Riscos e Compliance </vt:lpstr>
      <vt:lpstr>Processo de Gestão de Riscos e Compliance </vt:lpstr>
      <vt:lpstr>PONTOS PRINCIPAIS ABORDADOS NA AULA</vt:lpstr>
      <vt:lpstr>Tipologia do Riscos Corporativos</vt:lpstr>
      <vt:lpstr>Tipologia do Riscos Corporativos</vt:lpstr>
      <vt:lpstr>Identificação dos riscos</vt:lpstr>
      <vt:lpstr>Tipologia do Riscos Corporativos</vt:lpstr>
      <vt:lpstr>PONTOS PRINCIPAIS ABORDADOS NA AULA</vt:lpstr>
      <vt:lpstr>Eficiência frente a securitização corporativa</vt:lpstr>
      <vt:lpstr>Eficiência frente a securitização corporativa</vt:lpstr>
      <vt:lpstr>Eficiência frente a securitização corporativa</vt:lpstr>
      <vt:lpstr>Securitização corporativa</vt:lpstr>
      <vt:lpstr>Securitização Corporativa</vt:lpstr>
      <vt:lpstr>PONTOS PRINCIPAIS ABORDADOS NA AULA</vt:lpstr>
      <vt:lpstr>Controle Interno</vt:lpstr>
      <vt:lpstr>Origem da Controle Interno</vt:lpstr>
      <vt:lpstr>Apresentação do PowerPoint</vt:lpstr>
      <vt:lpstr>Controle Interno</vt:lpstr>
      <vt:lpstr>Controle Interno</vt:lpstr>
      <vt:lpstr>Controle Interno</vt:lpstr>
      <vt:lpstr>Controle Interno Público</vt:lpstr>
      <vt:lpstr>PONTOS PRINCIPAIS ABORDADOS NA AULA</vt:lpstr>
      <vt:lpstr>Auditoria Interna</vt:lpstr>
      <vt:lpstr>Origem da Auditoria Interna</vt:lpstr>
      <vt:lpstr>Conceito de Auditoria Interna</vt:lpstr>
      <vt:lpstr>Auditoria interna e Auditoria externa</vt:lpstr>
      <vt:lpstr>Auditoria e Controle Interno</vt:lpstr>
      <vt:lpstr>PONTOS PRINCIPAIS ABORDADOS NA AULA</vt:lpstr>
      <vt:lpstr>Código de Conduta e Ética</vt:lpstr>
      <vt:lpstr>Afinal, o que é Código de Conduta?</vt:lpstr>
      <vt:lpstr>Código de Conduta e Ética como Ferramenta de Controle Interno </vt:lpstr>
      <vt:lpstr>O norte necessário, frente à multiculturalidade</vt:lpstr>
      <vt:lpstr>PONTOS PRINCIPAIS ABORDADOS NA AULA</vt:lpstr>
      <vt:lpstr>Acordo de Leniência </vt:lpstr>
      <vt:lpstr>Conceito de Acordo de Leniência </vt:lpstr>
      <vt:lpstr>Acordo de Leniência como ferramenta de Controle Interno</vt:lpstr>
      <vt:lpstr>Proposição do Acordo de Leniência</vt:lpstr>
      <vt:lpstr>PONTOS PRINCIPAIS ABORDADOS NA AULA</vt:lpstr>
      <vt:lpstr>Conceito de Compliance</vt:lpstr>
      <vt:lpstr>Evolução normativa do Programa de Compliance</vt:lpstr>
      <vt:lpstr>Evolução normativa do Programa de Compliance</vt:lpstr>
      <vt:lpstr>Compliance Corporativo no Brasil</vt:lpstr>
      <vt:lpstr>Compliance e a previsão legal no Brasil</vt:lpstr>
      <vt:lpstr>Compliance e a previsão legal no Brasil</vt:lpstr>
      <vt:lpstr>Compliance Corporativo</vt:lpstr>
      <vt:lpstr>Compliance Corporativo</vt:lpstr>
      <vt:lpstr>PONTOS PRINCIPAIS ABORDADOS NA AULA</vt:lpstr>
      <vt:lpstr>Diversidade na Aplicação do Programa de Compliance nas Organizações </vt:lpstr>
      <vt:lpstr>Compliance Público</vt:lpstr>
      <vt:lpstr>Compliance no Direito Tributário</vt:lpstr>
      <vt:lpstr>Compliance No Relações De Consumo</vt:lpstr>
      <vt:lpstr>Compliance Ambiental</vt:lpstr>
      <vt:lpstr>Compliance concorrencial</vt:lpstr>
      <vt:lpstr>PONTOS PRINCIPAIS ABORDADOS NA AULA</vt:lpstr>
      <vt:lpstr>Compliance Trabalhista e LGPD</vt:lpstr>
      <vt:lpstr>Compliance Trabalhista </vt:lpstr>
      <vt:lpstr>Compliance Trabalhista </vt:lpstr>
      <vt:lpstr>Compliance Trabalhista </vt:lpstr>
      <vt:lpstr>Lei Geral De Proteção De Dados – LGDP</vt:lpstr>
      <vt:lpstr>PONTOS PRINCIPAIS ABORDADOS NA AULA</vt:lpstr>
      <vt:lpstr>Legislação Aplicada ao Compliance nos Estados Brasileiros.</vt:lpstr>
      <vt:lpstr>Compliance nos Estados Brasileiros</vt:lpstr>
      <vt:lpstr>Compliance nos Estados Brasileiros</vt:lpstr>
      <vt:lpstr>Normas De Integridade Dos Estados Membros</vt:lpstr>
      <vt:lpstr>Compliance nos Estados Brasileiros</vt:lpstr>
      <vt:lpstr>PONTOS PRINCIPAIS ABORDADOS NA AULA</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NOÇÕES INTRODUTÓRIAS DE DIREITO PENAL</dc:title>
  <cp:lastModifiedBy>Debora Paiva</cp:lastModifiedBy>
  <cp:revision>1</cp:revision>
  <dcterms:created xsi:type="dcterms:W3CDTF">2023-04-22T19:21:33Z</dcterms:created>
  <dcterms:modified xsi:type="dcterms:W3CDTF">2023-04-22T21:04:33Z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2023-04-22T00:00:00Z</vt:filetime>
  </property>
  <property fmtid="{D5CDD505-2E9C-101B-9397-08002B2CF9AE}" pid="3" name="Creator">
    <vt:lpwstr>Microsoft® PowerPoint® para Microsoft 365</vt:lpwstr>
  </property>
  <property fmtid="{D5CDD505-2E9C-101B-9397-08002B2CF9AE}" pid="4" name="LastSaved">
    <vt:filetime>2023-04-22T00:00:00Z</vt:filetime>
  </property>
</Properties>
</file>