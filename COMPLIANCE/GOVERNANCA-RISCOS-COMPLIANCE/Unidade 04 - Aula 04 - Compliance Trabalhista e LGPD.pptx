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9"/>
  </p:notesMasterIdLst>
  <p:sldIdLst>
    <p:sldId id="256" r:id="rId3"/>
    <p:sldId id="257" r:id="rId4"/>
    <p:sldId id="261" r:id="rId5"/>
    <p:sldId id="259" r:id="rId6"/>
    <p:sldId id="260" r:id="rId7"/>
    <p:sldId id="258" r:id="rId8"/>
  </p:sldIdLst>
  <p:sldSz cx="12192000" cy="6858000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Barlow SemiBold" panose="00000700000000000000" pitchFamily="2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Compliance Trabalhista e LGPD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Compliance Trabalhista 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 </a:t>
            </a:r>
            <a:r>
              <a:rPr lang="pt-BR" sz="2800" b="1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Compliance</a:t>
            </a:r>
            <a:r>
              <a:rPr lang="pt-B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Trabalhista </a:t>
            </a:r>
            <a:r>
              <a:rPr lang="pt-BR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possui uma importância imensurável na já estão de uma corporação, pois fica responsável tá já estão ética, sustentável, de controle, estratégico, sem em momento algum considerar o valor do capital humano. </a:t>
            </a: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ACD55-4953-BAE8-653F-7F01560F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latin typeface="Barlow" panose="00000500000000000000" pitchFamily="2" charset="0"/>
                <a:cs typeface="Calibri" panose="020F0502020204030204" pitchFamily="34" charset="0"/>
              </a:rPr>
              <a:t>Compliance Trabalhista 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A3F090-E125-983E-62B3-D8F361E57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62817"/>
            <a:ext cx="10463815" cy="4452549"/>
          </a:xfrm>
        </p:spPr>
        <p:txBody>
          <a:bodyPr/>
          <a:lstStyle/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Ao adotar um programa de </a:t>
            </a:r>
            <a:r>
              <a:rPr lang="pt-BR" sz="20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Compliance</a:t>
            </a:r>
            <a:r>
              <a:rPr lang="pt-BR" sz="20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trabalhista as empresas devem, além de estar em conformidade com o ordenamento jurídico trabalhista, implementar controles e análises que possibilitam a redução do passivo trabalhista (consequente redução dos riscos do negócio) e o desenvolvimento de treinamentos periódicos, conforme preconiza o Decreto nº 8420/2015 que regulamentou a Lei Anticorrupção. Imperioso asseverar que a adequação (adoção de práticas) ao complexo trabalhista não decorre somente durante a vigência do contrato do empregado/colaborador/representante, uma vez que para a efetividade das práticas é necessário que as medidas sejam adotadas desde o início da análise do edital passando a efetiva execução do contrato até a sua conclusão/encerramento.</a:t>
            </a: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pt-BR" sz="2000" dirty="0">
              <a:latin typeface="Barlow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2" indent="0"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dirty="0" err="1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Perregil</a:t>
            </a:r>
            <a:r>
              <a:rPr lang="pt-BR" sz="20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e Calcine (2021, p. 219).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949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Compliance Trabalhista 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0688898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Compliance Trabalhista</a:t>
            </a:r>
            <a:r>
              <a:rPr lang="pt-BR" sz="2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, tem a sua efetividade muito além da mitigação de riscos oriundos de práticas ilícitas de tomadores de decisões, valendo ressaltar que a efetividade de fato resguarda a empresa sobretudo de casos de assédio moral e sexual, e problemas quanto diversidade destas, em questão de gênero, raça, credo e etnia.</a:t>
            </a:r>
            <a:endParaRPr lang="pt-B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Lei Geral De Proteção De Dados – LGDP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0688898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Art. 46 prevê que “ os agentes de tratamento devem adotar medidas de segurança, técnicas e administrativas aptas a proteger os dados pessoais de acesso não autorizados e de situações acidentais ou ilícitas de destruição, perda, alteração comunicação ou qualquer forma de tratamento inadequado ou ilícito”.</a:t>
            </a:r>
            <a:endParaRPr lang="pt-BR" sz="2800" b="1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2" indent="0" algn="just">
              <a:lnSpc>
                <a:spcPct val="150000"/>
              </a:lnSpc>
              <a:buSzPct val="75000"/>
              <a:buNone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Conceitos de Compliance Trabalhista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Finalidade de Compliance Trabalhista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/>
              <a:t>LGPD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315</Words>
  <Application>Microsoft Office PowerPoint</Application>
  <PresentationFormat>Widescreen</PresentationFormat>
  <Paragraphs>17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Barlow SemiBold</vt:lpstr>
      <vt:lpstr>Calibri</vt:lpstr>
      <vt:lpstr>Calibri Light</vt:lpstr>
      <vt:lpstr>Barlow</vt:lpstr>
      <vt:lpstr>Arial</vt:lpstr>
      <vt:lpstr>Simple Light</vt:lpstr>
      <vt:lpstr>Personalizar design</vt:lpstr>
      <vt:lpstr>Compliance Trabalhista e LGPD</vt:lpstr>
      <vt:lpstr>Compliance Trabalhista </vt:lpstr>
      <vt:lpstr>Compliance Trabalhista </vt:lpstr>
      <vt:lpstr>Compliance Trabalhista </vt:lpstr>
      <vt:lpstr>Lei Geral De Proteção De Dados – LGDP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2022-07-22T01:24:42Z</dcterms:modified>
</cp:coreProperties>
</file>