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 id="2147483656" r:id="rId2"/>
  </p:sldMasterIdLst>
  <p:notesMasterIdLst>
    <p:notesMasterId r:id="rId8"/>
  </p:notesMasterIdLst>
  <p:sldIdLst>
    <p:sldId id="256" r:id="rId3"/>
    <p:sldId id="257" r:id="rId4"/>
    <p:sldId id="259" r:id="rId5"/>
    <p:sldId id="260" r:id="rId6"/>
    <p:sldId id="258" r:id="rId7"/>
  </p:sldIdLst>
  <p:sldSz cx="12192000" cy="6858000"/>
  <p:notesSz cx="6858000" cy="9144000"/>
  <p:embeddedFontLst>
    <p:embeddedFont>
      <p:font typeface="Barlow" panose="00000500000000000000" pitchFamily="2" charset="0"/>
      <p:regular r:id="rId9"/>
      <p:bold r:id="rId10"/>
      <p:italic r:id="rId11"/>
      <p:boldItalic r:id="rId12"/>
    </p:embeddedFont>
    <p:embeddedFont>
      <p:font typeface="Barlow SemiBold" panose="00000700000000000000" pitchFamily="2" charset="0"/>
      <p:regular r:id="rId13"/>
      <p:bold r:id="rId14"/>
      <p:italic r:id="rId15"/>
      <p:boldItalic r:id="rId16"/>
    </p:embeddedFont>
    <p:embeddedFont>
      <p:font typeface="Calibri" panose="020F0502020204030204" pitchFamily="34" charset="0"/>
      <p:regular r:id="rId17"/>
      <p:bold r:id="rId18"/>
      <p:italic r:id="rId19"/>
      <p:boldItalic r:id="rId20"/>
    </p:embeddedFont>
    <p:embeddedFont>
      <p:font typeface="Calibri Light" panose="020F0302020204030204" pitchFamily="34" charset="0"/>
      <p:regular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29" autoAdjust="0"/>
    <p:restoredTop sz="94660"/>
  </p:normalViewPr>
  <p:slideViewPr>
    <p:cSldViewPr snapToGrid="0">
      <p:cViewPr varScale="1">
        <p:scale>
          <a:sx n="68" d="100"/>
          <a:sy n="68" d="100"/>
        </p:scale>
        <p:origin x="1182"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13.fntdata"/><Relationship Id="rId7" Type="http://schemas.openxmlformats.org/officeDocument/2006/relationships/slide" Target="slides/slide5.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7.fntdata"/><Relationship Id="rId23" Type="http://schemas.openxmlformats.org/officeDocument/2006/relationships/presProps" Target="pres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 name="Google Shape;3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
        <p:nvSpPr>
          <p:cNvPr id="11" name="Google Shape;11;p2"/>
          <p:cNvSpPr txBox="1">
            <a:spLocks noGrp="1"/>
          </p:cNvSpPr>
          <p:nvPr>
            <p:ph type="title"/>
          </p:nvPr>
        </p:nvSpPr>
        <p:spPr>
          <a:xfrm>
            <a:off x="4704800" y="1558400"/>
            <a:ext cx="7088400" cy="37412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Font typeface="Barlow SemiBold"/>
              <a:buNone/>
              <a:defRPr sz="3200">
                <a:latin typeface="Barlow SemiBold"/>
                <a:ea typeface="Barlow SemiBold"/>
                <a:cs typeface="Barlow SemiBold"/>
                <a:sym typeface="Barlow SemiBold"/>
              </a:defRPr>
            </a:lvl1pPr>
            <a:lvl2pPr lvl="1" rtl="0">
              <a:spcBef>
                <a:spcPts val="0"/>
              </a:spcBef>
              <a:spcAft>
                <a:spcPts val="0"/>
              </a:spcAft>
              <a:buSzPts val="2400"/>
              <a:buFont typeface="Barlow SemiBold"/>
              <a:buNone/>
              <a:defRPr sz="3200">
                <a:latin typeface="Barlow SemiBold"/>
                <a:ea typeface="Barlow SemiBold"/>
                <a:cs typeface="Barlow SemiBold"/>
                <a:sym typeface="Barlow SemiBold"/>
              </a:defRPr>
            </a:lvl2pPr>
            <a:lvl3pPr lvl="2" rtl="0">
              <a:spcBef>
                <a:spcPts val="0"/>
              </a:spcBef>
              <a:spcAft>
                <a:spcPts val="0"/>
              </a:spcAft>
              <a:buSzPts val="2400"/>
              <a:buFont typeface="Barlow SemiBold"/>
              <a:buNone/>
              <a:defRPr sz="3200">
                <a:latin typeface="Barlow SemiBold"/>
                <a:ea typeface="Barlow SemiBold"/>
                <a:cs typeface="Barlow SemiBold"/>
                <a:sym typeface="Barlow SemiBold"/>
              </a:defRPr>
            </a:lvl3pPr>
            <a:lvl4pPr lvl="3" rtl="0">
              <a:spcBef>
                <a:spcPts val="0"/>
              </a:spcBef>
              <a:spcAft>
                <a:spcPts val="0"/>
              </a:spcAft>
              <a:buSzPts val="2400"/>
              <a:buFont typeface="Barlow SemiBold"/>
              <a:buNone/>
              <a:defRPr sz="3200">
                <a:latin typeface="Barlow SemiBold"/>
                <a:ea typeface="Barlow SemiBold"/>
                <a:cs typeface="Barlow SemiBold"/>
                <a:sym typeface="Barlow SemiBold"/>
              </a:defRPr>
            </a:lvl4pPr>
            <a:lvl5pPr lvl="4" rtl="0">
              <a:spcBef>
                <a:spcPts val="0"/>
              </a:spcBef>
              <a:spcAft>
                <a:spcPts val="0"/>
              </a:spcAft>
              <a:buSzPts val="2400"/>
              <a:buFont typeface="Barlow SemiBold"/>
              <a:buNone/>
              <a:defRPr sz="3200">
                <a:latin typeface="Barlow SemiBold"/>
                <a:ea typeface="Barlow SemiBold"/>
                <a:cs typeface="Barlow SemiBold"/>
                <a:sym typeface="Barlow SemiBold"/>
              </a:defRPr>
            </a:lvl5pPr>
            <a:lvl6pPr lvl="5" rtl="0">
              <a:spcBef>
                <a:spcPts val="0"/>
              </a:spcBef>
              <a:spcAft>
                <a:spcPts val="0"/>
              </a:spcAft>
              <a:buSzPts val="2400"/>
              <a:buFont typeface="Barlow SemiBold"/>
              <a:buNone/>
              <a:defRPr sz="3200">
                <a:latin typeface="Barlow SemiBold"/>
                <a:ea typeface="Barlow SemiBold"/>
                <a:cs typeface="Barlow SemiBold"/>
                <a:sym typeface="Barlow SemiBold"/>
              </a:defRPr>
            </a:lvl6pPr>
            <a:lvl7pPr lvl="6" rtl="0">
              <a:spcBef>
                <a:spcPts val="0"/>
              </a:spcBef>
              <a:spcAft>
                <a:spcPts val="0"/>
              </a:spcAft>
              <a:buSzPts val="2400"/>
              <a:buFont typeface="Barlow SemiBold"/>
              <a:buNone/>
              <a:defRPr sz="3200">
                <a:latin typeface="Barlow SemiBold"/>
                <a:ea typeface="Barlow SemiBold"/>
                <a:cs typeface="Barlow SemiBold"/>
                <a:sym typeface="Barlow SemiBold"/>
              </a:defRPr>
            </a:lvl7pPr>
            <a:lvl8pPr lvl="7" rtl="0">
              <a:spcBef>
                <a:spcPts val="0"/>
              </a:spcBef>
              <a:spcAft>
                <a:spcPts val="0"/>
              </a:spcAft>
              <a:buSzPts val="2400"/>
              <a:buFont typeface="Barlow SemiBold"/>
              <a:buNone/>
              <a:defRPr sz="3200">
                <a:latin typeface="Barlow SemiBold"/>
                <a:ea typeface="Barlow SemiBold"/>
                <a:cs typeface="Barlow SemiBold"/>
                <a:sym typeface="Barlow SemiBold"/>
              </a:defRPr>
            </a:lvl8pPr>
            <a:lvl9pPr lvl="8" rtl="0">
              <a:spcBef>
                <a:spcPts val="0"/>
              </a:spcBef>
              <a:spcAft>
                <a:spcPts val="0"/>
              </a:spcAft>
              <a:buSzPts val="2400"/>
              <a:buFont typeface="Barlow SemiBold"/>
              <a:buNone/>
              <a:defRPr sz="3200">
                <a:latin typeface="Barlow SemiBold"/>
                <a:ea typeface="Barlow SemiBold"/>
                <a:cs typeface="Barlow SemiBold"/>
                <a:sym typeface="Barlow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20000" y="143333"/>
            <a:ext cx="8347800" cy="1267600"/>
          </a:xfrm>
          <a:prstGeom prst="rect">
            <a:avLst/>
          </a:prstGeom>
        </p:spPr>
        <p:txBody>
          <a:bodyPr spcFirstLastPara="1" wrap="square" lIns="91425" tIns="91425" rIns="91425" bIns="91425" anchor="ctr" anchorCtr="0">
            <a:normAutofit/>
          </a:bodyPr>
          <a:lstStyle>
            <a:lvl1pPr lvl="0">
              <a:spcBef>
                <a:spcPts val="0"/>
              </a:spcBef>
              <a:spcAft>
                <a:spcPts val="0"/>
              </a:spcAft>
              <a:buSzPts val="2000"/>
              <a:buFont typeface="Barlow SemiBold"/>
              <a:buNone/>
              <a:defRPr sz="2667">
                <a:latin typeface="Barlow SemiBold"/>
                <a:ea typeface="Barlow SemiBold"/>
                <a:cs typeface="Barlow SemiBold"/>
                <a:sym typeface="Barlow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4" name="Google Shape;14;p3"/>
          <p:cNvSpPr txBox="1">
            <a:spLocks noGrp="1"/>
          </p:cNvSpPr>
          <p:nvPr>
            <p:ph type="body" idx="1"/>
          </p:nvPr>
        </p:nvSpPr>
        <p:spPr>
          <a:xfrm>
            <a:off x="720000" y="1862817"/>
            <a:ext cx="11308000" cy="4452549"/>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Clr>
                <a:srgbClr val="DC0A84"/>
              </a:buClr>
              <a:buSzPts val="1800"/>
              <a:buFont typeface="Barlow"/>
              <a:buChar char="●"/>
              <a:defRPr>
                <a:latin typeface="Barlow"/>
                <a:ea typeface="Barlow"/>
                <a:cs typeface="Barlow"/>
                <a:sym typeface="Barlow"/>
              </a:defRPr>
            </a:lvl1pPr>
            <a:lvl2pPr marL="1219140" lvl="1" indent="-423312">
              <a:spcBef>
                <a:spcPts val="0"/>
              </a:spcBef>
              <a:spcAft>
                <a:spcPts val="0"/>
              </a:spcAft>
              <a:buClr>
                <a:srgbClr val="DC0A84"/>
              </a:buClr>
              <a:buSzPts val="1400"/>
              <a:buFont typeface="Barlow"/>
              <a:buChar char="○"/>
              <a:defRPr>
                <a:latin typeface="Barlow"/>
                <a:ea typeface="Barlow"/>
                <a:cs typeface="Barlow"/>
                <a:sym typeface="Barlow"/>
              </a:defRPr>
            </a:lvl2pPr>
            <a:lvl3pPr marL="1828709" lvl="2" indent="-423312">
              <a:spcBef>
                <a:spcPts val="0"/>
              </a:spcBef>
              <a:spcAft>
                <a:spcPts val="0"/>
              </a:spcAft>
              <a:buClr>
                <a:srgbClr val="DC0A84"/>
              </a:buClr>
              <a:buSzPts val="1400"/>
              <a:buFont typeface="Barlow"/>
              <a:buChar char="■"/>
              <a:defRPr>
                <a:latin typeface="Barlow"/>
                <a:ea typeface="Barlow"/>
                <a:cs typeface="Barlow"/>
                <a:sym typeface="Barlow"/>
              </a:defRPr>
            </a:lvl3pPr>
            <a:lvl4pPr marL="2438278" lvl="3" indent="-423312">
              <a:spcBef>
                <a:spcPts val="0"/>
              </a:spcBef>
              <a:spcAft>
                <a:spcPts val="0"/>
              </a:spcAft>
              <a:buClr>
                <a:srgbClr val="DC0A84"/>
              </a:buClr>
              <a:buSzPts val="1400"/>
              <a:buFont typeface="Barlow"/>
              <a:buChar char="●"/>
              <a:defRPr>
                <a:latin typeface="Barlow"/>
                <a:ea typeface="Barlow"/>
                <a:cs typeface="Barlow"/>
                <a:sym typeface="Barlow"/>
              </a:defRPr>
            </a:lvl4pPr>
            <a:lvl5pPr marL="3047848" lvl="4" indent="-423312">
              <a:spcBef>
                <a:spcPts val="0"/>
              </a:spcBef>
              <a:spcAft>
                <a:spcPts val="0"/>
              </a:spcAft>
              <a:buClr>
                <a:srgbClr val="DC0A84"/>
              </a:buClr>
              <a:buSzPts val="1400"/>
              <a:buFont typeface="Barlow"/>
              <a:buChar char="○"/>
              <a:defRPr>
                <a:latin typeface="Barlow"/>
                <a:ea typeface="Barlow"/>
                <a:cs typeface="Barlow"/>
                <a:sym typeface="Barlow"/>
              </a:defRPr>
            </a:lvl5pPr>
            <a:lvl6pPr marL="3657418" lvl="5" indent="-423312">
              <a:spcBef>
                <a:spcPts val="0"/>
              </a:spcBef>
              <a:spcAft>
                <a:spcPts val="0"/>
              </a:spcAft>
              <a:buClr>
                <a:srgbClr val="DC0A84"/>
              </a:buClr>
              <a:buSzPts val="1400"/>
              <a:buFont typeface="Barlow"/>
              <a:buChar char="■"/>
              <a:defRPr>
                <a:latin typeface="Barlow"/>
                <a:ea typeface="Barlow"/>
                <a:cs typeface="Barlow"/>
                <a:sym typeface="Barlow"/>
              </a:defRPr>
            </a:lvl6pPr>
            <a:lvl7pPr marL="4266987" lvl="6" indent="-423312">
              <a:spcBef>
                <a:spcPts val="0"/>
              </a:spcBef>
              <a:spcAft>
                <a:spcPts val="0"/>
              </a:spcAft>
              <a:buClr>
                <a:srgbClr val="DC0A84"/>
              </a:buClr>
              <a:buSzPts val="1400"/>
              <a:buFont typeface="Barlow"/>
              <a:buChar char="●"/>
              <a:defRPr>
                <a:latin typeface="Barlow"/>
                <a:ea typeface="Barlow"/>
                <a:cs typeface="Barlow"/>
                <a:sym typeface="Barlow"/>
              </a:defRPr>
            </a:lvl7pPr>
            <a:lvl8pPr marL="4876557" lvl="7" indent="-423312">
              <a:spcBef>
                <a:spcPts val="0"/>
              </a:spcBef>
              <a:spcAft>
                <a:spcPts val="0"/>
              </a:spcAft>
              <a:buClr>
                <a:srgbClr val="DC0A84"/>
              </a:buClr>
              <a:buSzPts val="1400"/>
              <a:buFont typeface="Barlow"/>
              <a:buChar char="○"/>
              <a:defRPr>
                <a:latin typeface="Barlow"/>
                <a:ea typeface="Barlow"/>
                <a:cs typeface="Barlow"/>
                <a:sym typeface="Barlow"/>
              </a:defRPr>
            </a:lvl8pPr>
            <a:lvl9pPr marL="5486126" lvl="8" indent="-423312">
              <a:spcBef>
                <a:spcPts val="0"/>
              </a:spcBef>
              <a:spcAft>
                <a:spcPts val="0"/>
              </a:spcAft>
              <a:buClr>
                <a:srgbClr val="DC0A84"/>
              </a:buClr>
              <a:buSzPts val="1400"/>
              <a:buFont typeface="Barlow"/>
              <a:buChar char="■"/>
              <a:defRPr>
                <a:latin typeface="Barlow"/>
                <a:ea typeface="Barlow"/>
                <a:cs typeface="Barlow"/>
                <a:sym typeface="Barlow"/>
              </a:defRPr>
            </a:lvl9pPr>
          </a:lstStyle>
          <a:p>
            <a:endParaRPr dirty="0"/>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
        <p:nvSpPr>
          <p:cNvPr id="5" name="Retângulo 4">
            <a:extLst>
              <a:ext uri="{FF2B5EF4-FFF2-40B4-BE49-F238E27FC236}">
                <a16:creationId xmlns:a16="http://schemas.microsoft.com/office/drawing/2014/main" id="{6FAED773-8D6C-4A3F-A76A-1389A39FC813}"/>
              </a:ext>
            </a:extLst>
          </p:cNvPr>
          <p:cNvSpPr/>
          <p:nvPr userDrawn="1"/>
        </p:nvSpPr>
        <p:spPr>
          <a:xfrm>
            <a:off x="9067800" y="90265"/>
            <a:ext cx="3035300" cy="171948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cSld>
  <p:clrMapOvr>
    <a:masterClrMapping/>
  </p:clrMapOvr>
  <p:extLst>
    <p:ext uri="{DCECCB84-F9BA-43D5-87BE-67443E8EF086}">
      <p15:sldGuideLst xmlns:p15="http://schemas.microsoft.com/office/powerpoint/2012/main">
        <p15:guide id="1" pos="453" userDrawn="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e corpo 1">
  <p:cSld name="TITLE_AND_BODY_1">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143333"/>
            <a:ext cx="8959600" cy="1267600"/>
          </a:xfrm>
          <a:prstGeom prst="rect">
            <a:avLst/>
          </a:prstGeom>
        </p:spPr>
        <p:txBody>
          <a:bodyPr spcFirstLastPara="1" wrap="square" lIns="91425" tIns="91425" rIns="91425" bIns="91425" anchor="ctr" anchorCtr="0">
            <a:normAutofit/>
          </a:bodyPr>
          <a:lstStyle>
            <a:lvl1pPr lvl="0" rtl="0">
              <a:spcBef>
                <a:spcPts val="0"/>
              </a:spcBef>
              <a:spcAft>
                <a:spcPts val="0"/>
              </a:spcAft>
              <a:buSzPts val="2000"/>
              <a:buFont typeface="Barlow SemiBold"/>
              <a:buNone/>
              <a:defRPr sz="2667">
                <a:latin typeface="Barlow SemiBold"/>
                <a:ea typeface="Barlow SemiBold"/>
                <a:cs typeface="Barlow SemiBold"/>
                <a:sym typeface="Barlow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720000" y="1569367"/>
            <a:ext cx="11308000" cy="4746000"/>
          </a:xfrm>
          <a:prstGeom prst="rect">
            <a:avLst/>
          </a:prstGeom>
        </p:spPr>
        <p:txBody>
          <a:bodyPr spcFirstLastPara="1" wrap="square" lIns="91425" tIns="91425" rIns="91425" bIns="91425" anchor="t" anchorCtr="0">
            <a:noAutofit/>
          </a:bodyPr>
          <a:lstStyle>
            <a:lvl1pPr marL="609570" lvl="0" indent="-457178" rtl="0">
              <a:spcBef>
                <a:spcPts val="0"/>
              </a:spcBef>
              <a:spcAft>
                <a:spcPts val="0"/>
              </a:spcAft>
              <a:buClr>
                <a:srgbClr val="DC0A84"/>
              </a:buClr>
              <a:buSzPts val="1800"/>
              <a:buFont typeface="Barlow"/>
              <a:buChar char="●"/>
              <a:defRPr>
                <a:latin typeface="Barlow"/>
                <a:ea typeface="Barlow"/>
                <a:cs typeface="Barlow"/>
                <a:sym typeface="Barlow"/>
              </a:defRPr>
            </a:lvl1pPr>
            <a:lvl2pPr marL="1219140" lvl="1" indent="-423312" rtl="0">
              <a:spcBef>
                <a:spcPts val="0"/>
              </a:spcBef>
              <a:spcAft>
                <a:spcPts val="0"/>
              </a:spcAft>
              <a:buClr>
                <a:srgbClr val="DC0A84"/>
              </a:buClr>
              <a:buSzPts val="1400"/>
              <a:buFont typeface="Barlow"/>
              <a:buChar char="○"/>
              <a:defRPr>
                <a:latin typeface="Barlow"/>
                <a:ea typeface="Barlow"/>
                <a:cs typeface="Barlow"/>
                <a:sym typeface="Barlow"/>
              </a:defRPr>
            </a:lvl2pPr>
            <a:lvl3pPr marL="1828709" lvl="2" indent="-423312" rtl="0">
              <a:spcBef>
                <a:spcPts val="0"/>
              </a:spcBef>
              <a:spcAft>
                <a:spcPts val="0"/>
              </a:spcAft>
              <a:buClr>
                <a:srgbClr val="DC0A84"/>
              </a:buClr>
              <a:buSzPts val="1400"/>
              <a:buFont typeface="Barlow"/>
              <a:buChar char="■"/>
              <a:defRPr>
                <a:latin typeface="Barlow"/>
                <a:ea typeface="Barlow"/>
                <a:cs typeface="Barlow"/>
                <a:sym typeface="Barlow"/>
              </a:defRPr>
            </a:lvl3pPr>
            <a:lvl4pPr marL="2438278" lvl="3" indent="-423312" rtl="0">
              <a:spcBef>
                <a:spcPts val="0"/>
              </a:spcBef>
              <a:spcAft>
                <a:spcPts val="0"/>
              </a:spcAft>
              <a:buClr>
                <a:srgbClr val="DC0A84"/>
              </a:buClr>
              <a:buSzPts val="1400"/>
              <a:buFont typeface="Barlow"/>
              <a:buChar char="●"/>
              <a:defRPr>
                <a:latin typeface="Barlow"/>
                <a:ea typeface="Barlow"/>
                <a:cs typeface="Barlow"/>
                <a:sym typeface="Barlow"/>
              </a:defRPr>
            </a:lvl4pPr>
            <a:lvl5pPr marL="3047848" lvl="4" indent="-423312" rtl="0">
              <a:spcBef>
                <a:spcPts val="0"/>
              </a:spcBef>
              <a:spcAft>
                <a:spcPts val="0"/>
              </a:spcAft>
              <a:buClr>
                <a:srgbClr val="DC0A84"/>
              </a:buClr>
              <a:buSzPts val="1400"/>
              <a:buFont typeface="Barlow"/>
              <a:buChar char="○"/>
              <a:defRPr>
                <a:latin typeface="Barlow"/>
                <a:ea typeface="Barlow"/>
                <a:cs typeface="Barlow"/>
                <a:sym typeface="Barlow"/>
              </a:defRPr>
            </a:lvl5pPr>
            <a:lvl6pPr marL="3657418" lvl="5" indent="-423312" rtl="0">
              <a:spcBef>
                <a:spcPts val="0"/>
              </a:spcBef>
              <a:spcAft>
                <a:spcPts val="0"/>
              </a:spcAft>
              <a:buClr>
                <a:srgbClr val="DC0A84"/>
              </a:buClr>
              <a:buSzPts val="1400"/>
              <a:buFont typeface="Barlow"/>
              <a:buChar char="■"/>
              <a:defRPr>
                <a:latin typeface="Barlow"/>
                <a:ea typeface="Barlow"/>
                <a:cs typeface="Barlow"/>
                <a:sym typeface="Barlow"/>
              </a:defRPr>
            </a:lvl6pPr>
            <a:lvl7pPr marL="4266987" lvl="6" indent="-423312" rtl="0">
              <a:spcBef>
                <a:spcPts val="0"/>
              </a:spcBef>
              <a:spcAft>
                <a:spcPts val="0"/>
              </a:spcAft>
              <a:buClr>
                <a:srgbClr val="DC0A84"/>
              </a:buClr>
              <a:buSzPts val="1400"/>
              <a:buFont typeface="Barlow"/>
              <a:buChar char="●"/>
              <a:defRPr>
                <a:latin typeface="Barlow"/>
                <a:ea typeface="Barlow"/>
                <a:cs typeface="Barlow"/>
                <a:sym typeface="Barlow"/>
              </a:defRPr>
            </a:lvl7pPr>
            <a:lvl8pPr marL="4876557" lvl="7" indent="-423312" rtl="0">
              <a:spcBef>
                <a:spcPts val="0"/>
              </a:spcBef>
              <a:spcAft>
                <a:spcPts val="0"/>
              </a:spcAft>
              <a:buClr>
                <a:srgbClr val="DC0A84"/>
              </a:buClr>
              <a:buSzPts val="1400"/>
              <a:buFont typeface="Barlow"/>
              <a:buChar char="○"/>
              <a:defRPr>
                <a:latin typeface="Barlow"/>
                <a:ea typeface="Barlow"/>
                <a:cs typeface="Barlow"/>
                <a:sym typeface="Barlow"/>
              </a:defRPr>
            </a:lvl8pPr>
            <a:lvl9pPr marL="5486126" lvl="8" indent="-423312" rtl="0">
              <a:spcBef>
                <a:spcPts val="0"/>
              </a:spcBef>
              <a:spcAft>
                <a:spcPts val="0"/>
              </a:spcAft>
              <a:buClr>
                <a:srgbClr val="DC0A84"/>
              </a:buClr>
              <a:buSzPts val="1400"/>
              <a:buFont typeface="Barlow"/>
              <a:buChar char="■"/>
              <a:defRPr>
                <a:latin typeface="Barlow"/>
                <a:ea typeface="Barlow"/>
                <a:cs typeface="Barlow"/>
                <a:sym typeface="Barlow"/>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pt-BR" smtClean="0"/>
              <a:pPr/>
              <a:t>‹nº›</a:t>
            </a:fld>
            <a:endParaRPr lang="pt-BR"/>
          </a:p>
        </p:txBody>
      </p:sp>
    </p:spTree>
  </p:cSld>
  <p:clrMapOvr>
    <a:masterClrMapping/>
  </p:clrMapOvr>
  <p:extLst>
    <p:ext uri="{DCECCB84-F9BA-43D5-87BE-67443E8EF086}">
      <p15:sldGuideLst xmlns:p15="http://schemas.microsoft.com/office/powerpoint/2012/main">
        <p15:guide id="1" pos="453" userDrawn="1">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5"/>
          <p:cNvSpPr txBox="1">
            <a:spLocks noGrp="1"/>
          </p:cNvSpPr>
          <p:nvPr>
            <p:ph type="body" idx="1"/>
          </p:nvPr>
        </p:nvSpPr>
        <p:spPr>
          <a:xfrm>
            <a:off x="6745589" y="1536637"/>
            <a:ext cx="5333200" cy="4555200"/>
          </a:xfrm>
          <a:prstGeom prst="rect">
            <a:avLst/>
          </a:prstGeom>
        </p:spPr>
        <p:txBody>
          <a:bodyPr spcFirstLastPara="1" wrap="square" lIns="91425" tIns="91425" rIns="91425" bIns="91425" anchor="t" anchorCtr="0">
            <a:normAutofit/>
          </a:bodyPr>
          <a:lstStyle>
            <a:lvl1pPr marL="609570" lvl="0" indent="-423312" rtl="0">
              <a:spcBef>
                <a:spcPts val="0"/>
              </a:spcBef>
              <a:spcAft>
                <a:spcPts val="0"/>
              </a:spcAft>
              <a:buClr>
                <a:srgbClr val="DC0A84"/>
              </a:buClr>
              <a:buSzPts val="1400"/>
              <a:buFont typeface="Barlow"/>
              <a:buChar char="●"/>
              <a:defRPr sz="1867">
                <a:latin typeface="Barlow"/>
                <a:ea typeface="Barlow"/>
                <a:cs typeface="Barlow"/>
                <a:sym typeface="Barlow"/>
              </a:defRPr>
            </a:lvl1pPr>
            <a:lvl2pPr marL="1219140" lvl="1" indent="-406381" rtl="0">
              <a:spcBef>
                <a:spcPts val="0"/>
              </a:spcBef>
              <a:spcAft>
                <a:spcPts val="0"/>
              </a:spcAft>
              <a:buClr>
                <a:srgbClr val="DC0A84"/>
              </a:buClr>
              <a:buSzPts val="1200"/>
              <a:buFont typeface="Barlow"/>
              <a:buChar char="○"/>
              <a:defRPr sz="1600">
                <a:latin typeface="Barlow"/>
                <a:ea typeface="Barlow"/>
                <a:cs typeface="Barlow"/>
                <a:sym typeface="Barlow"/>
              </a:defRPr>
            </a:lvl2pPr>
            <a:lvl3pPr marL="1828709" lvl="2" indent="-406381" rtl="0">
              <a:spcBef>
                <a:spcPts val="0"/>
              </a:spcBef>
              <a:spcAft>
                <a:spcPts val="0"/>
              </a:spcAft>
              <a:buClr>
                <a:srgbClr val="DC0A84"/>
              </a:buClr>
              <a:buSzPts val="1200"/>
              <a:buFont typeface="Barlow"/>
              <a:buChar char="■"/>
              <a:defRPr sz="1600">
                <a:latin typeface="Barlow"/>
                <a:ea typeface="Barlow"/>
                <a:cs typeface="Barlow"/>
                <a:sym typeface="Barlow"/>
              </a:defRPr>
            </a:lvl3pPr>
            <a:lvl4pPr marL="2438278" lvl="3" indent="-406381" rtl="0">
              <a:spcBef>
                <a:spcPts val="0"/>
              </a:spcBef>
              <a:spcAft>
                <a:spcPts val="0"/>
              </a:spcAft>
              <a:buClr>
                <a:srgbClr val="DC0A84"/>
              </a:buClr>
              <a:buSzPts val="1200"/>
              <a:buFont typeface="Barlow"/>
              <a:buChar char="●"/>
              <a:defRPr sz="1600">
                <a:latin typeface="Barlow"/>
                <a:ea typeface="Barlow"/>
                <a:cs typeface="Barlow"/>
                <a:sym typeface="Barlow"/>
              </a:defRPr>
            </a:lvl4pPr>
            <a:lvl5pPr marL="3047848" lvl="4" indent="-406381" rtl="0">
              <a:spcBef>
                <a:spcPts val="0"/>
              </a:spcBef>
              <a:spcAft>
                <a:spcPts val="0"/>
              </a:spcAft>
              <a:buClr>
                <a:srgbClr val="DC0A84"/>
              </a:buClr>
              <a:buSzPts val="1200"/>
              <a:buFont typeface="Barlow"/>
              <a:buChar char="○"/>
              <a:defRPr sz="1600">
                <a:latin typeface="Barlow"/>
                <a:ea typeface="Barlow"/>
                <a:cs typeface="Barlow"/>
                <a:sym typeface="Barlow"/>
              </a:defRPr>
            </a:lvl5pPr>
            <a:lvl6pPr marL="3657418" lvl="5" indent="-406381" rtl="0">
              <a:spcBef>
                <a:spcPts val="0"/>
              </a:spcBef>
              <a:spcAft>
                <a:spcPts val="0"/>
              </a:spcAft>
              <a:buClr>
                <a:srgbClr val="DC0A84"/>
              </a:buClr>
              <a:buSzPts val="1200"/>
              <a:buFont typeface="Barlow"/>
              <a:buChar char="■"/>
              <a:defRPr sz="1600">
                <a:latin typeface="Barlow"/>
                <a:ea typeface="Barlow"/>
                <a:cs typeface="Barlow"/>
                <a:sym typeface="Barlow"/>
              </a:defRPr>
            </a:lvl6pPr>
            <a:lvl7pPr marL="4266987" lvl="6" indent="-406381" rtl="0">
              <a:spcBef>
                <a:spcPts val="0"/>
              </a:spcBef>
              <a:spcAft>
                <a:spcPts val="0"/>
              </a:spcAft>
              <a:buClr>
                <a:srgbClr val="DC0A84"/>
              </a:buClr>
              <a:buSzPts val="1200"/>
              <a:buFont typeface="Barlow"/>
              <a:buChar char="●"/>
              <a:defRPr sz="1600">
                <a:latin typeface="Barlow"/>
                <a:ea typeface="Barlow"/>
                <a:cs typeface="Barlow"/>
                <a:sym typeface="Barlow"/>
              </a:defRPr>
            </a:lvl7pPr>
            <a:lvl8pPr marL="4876557" lvl="7" indent="-406381" rtl="0">
              <a:spcBef>
                <a:spcPts val="0"/>
              </a:spcBef>
              <a:spcAft>
                <a:spcPts val="0"/>
              </a:spcAft>
              <a:buClr>
                <a:srgbClr val="DC0A84"/>
              </a:buClr>
              <a:buSzPts val="1200"/>
              <a:buFont typeface="Barlow"/>
              <a:buChar char="○"/>
              <a:defRPr sz="1600">
                <a:latin typeface="Barlow"/>
                <a:ea typeface="Barlow"/>
                <a:cs typeface="Barlow"/>
                <a:sym typeface="Barlow"/>
              </a:defRPr>
            </a:lvl8pPr>
            <a:lvl9pPr marL="5486126" lvl="8" indent="-406381" rtl="0">
              <a:spcBef>
                <a:spcPts val="0"/>
              </a:spcBef>
              <a:spcAft>
                <a:spcPts val="0"/>
              </a:spcAft>
              <a:buClr>
                <a:srgbClr val="DC0A84"/>
              </a:buClr>
              <a:buSzPts val="1200"/>
              <a:buFont typeface="Barlow"/>
              <a:buChar char="■"/>
              <a:defRPr sz="1600">
                <a:latin typeface="Barlow"/>
                <a:ea typeface="Barlow"/>
                <a:cs typeface="Barlow"/>
                <a:sym typeface="Barlow"/>
              </a:defRPr>
            </a:lvl9pPr>
          </a:lstStyle>
          <a:p>
            <a:endParaRPr/>
          </a:p>
        </p:txBody>
      </p:sp>
      <p:sp>
        <p:nvSpPr>
          <p:cNvPr id="22" name="Google Shape;22;p5"/>
          <p:cNvSpPr txBox="1">
            <a:spLocks noGrp="1"/>
          </p:cNvSpPr>
          <p:nvPr>
            <p:ph type="body" idx="2"/>
          </p:nvPr>
        </p:nvSpPr>
        <p:spPr>
          <a:xfrm>
            <a:off x="720000" y="1536633"/>
            <a:ext cx="5333200" cy="4555200"/>
          </a:xfrm>
          <a:prstGeom prst="rect">
            <a:avLst/>
          </a:prstGeom>
        </p:spPr>
        <p:txBody>
          <a:bodyPr spcFirstLastPara="1" wrap="square" lIns="91425" tIns="91425" rIns="91425" bIns="91425" anchor="t" anchorCtr="0">
            <a:normAutofit/>
          </a:bodyPr>
          <a:lstStyle>
            <a:lvl1pPr marL="609570" lvl="0" indent="-423312">
              <a:spcBef>
                <a:spcPts val="0"/>
              </a:spcBef>
              <a:spcAft>
                <a:spcPts val="0"/>
              </a:spcAft>
              <a:buClr>
                <a:srgbClr val="DC0A84"/>
              </a:buClr>
              <a:buSzPts val="1400"/>
              <a:buFont typeface="Barlow"/>
              <a:buChar char="●"/>
              <a:defRPr sz="1867">
                <a:latin typeface="Barlow"/>
                <a:ea typeface="Barlow"/>
                <a:cs typeface="Barlow"/>
                <a:sym typeface="Barlow"/>
              </a:defRPr>
            </a:lvl1pPr>
            <a:lvl2pPr marL="1219140" lvl="1" indent="-406381">
              <a:spcBef>
                <a:spcPts val="0"/>
              </a:spcBef>
              <a:spcAft>
                <a:spcPts val="0"/>
              </a:spcAft>
              <a:buClr>
                <a:srgbClr val="DC0A84"/>
              </a:buClr>
              <a:buSzPts val="1200"/>
              <a:buFont typeface="Barlow"/>
              <a:buChar char="○"/>
              <a:defRPr sz="1600">
                <a:latin typeface="Barlow"/>
                <a:ea typeface="Barlow"/>
                <a:cs typeface="Barlow"/>
                <a:sym typeface="Barlow"/>
              </a:defRPr>
            </a:lvl2pPr>
            <a:lvl3pPr marL="1828709" lvl="2" indent="-406381">
              <a:spcBef>
                <a:spcPts val="0"/>
              </a:spcBef>
              <a:spcAft>
                <a:spcPts val="0"/>
              </a:spcAft>
              <a:buClr>
                <a:srgbClr val="DC0A84"/>
              </a:buClr>
              <a:buSzPts val="1200"/>
              <a:buFont typeface="Barlow"/>
              <a:buChar char="■"/>
              <a:defRPr sz="1600">
                <a:latin typeface="Barlow"/>
                <a:ea typeface="Barlow"/>
                <a:cs typeface="Barlow"/>
                <a:sym typeface="Barlow"/>
              </a:defRPr>
            </a:lvl3pPr>
            <a:lvl4pPr marL="2438278" lvl="3" indent="-406381">
              <a:spcBef>
                <a:spcPts val="0"/>
              </a:spcBef>
              <a:spcAft>
                <a:spcPts val="0"/>
              </a:spcAft>
              <a:buClr>
                <a:srgbClr val="DC0A84"/>
              </a:buClr>
              <a:buSzPts val="1200"/>
              <a:buFont typeface="Barlow"/>
              <a:buChar char="●"/>
              <a:defRPr sz="1600">
                <a:latin typeface="Barlow"/>
                <a:ea typeface="Barlow"/>
                <a:cs typeface="Barlow"/>
                <a:sym typeface="Barlow"/>
              </a:defRPr>
            </a:lvl4pPr>
            <a:lvl5pPr marL="3047848" lvl="4" indent="-406381">
              <a:spcBef>
                <a:spcPts val="0"/>
              </a:spcBef>
              <a:spcAft>
                <a:spcPts val="0"/>
              </a:spcAft>
              <a:buClr>
                <a:srgbClr val="DC0A84"/>
              </a:buClr>
              <a:buSzPts val="1200"/>
              <a:buFont typeface="Barlow"/>
              <a:buChar char="○"/>
              <a:defRPr sz="1600">
                <a:latin typeface="Barlow"/>
                <a:ea typeface="Barlow"/>
                <a:cs typeface="Barlow"/>
                <a:sym typeface="Barlow"/>
              </a:defRPr>
            </a:lvl5pPr>
            <a:lvl6pPr marL="3657418" lvl="5" indent="-406381">
              <a:spcBef>
                <a:spcPts val="0"/>
              </a:spcBef>
              <a:spcAft>
                <a:spcPts val="0"/>
              </a:spcAft>
              <a:buClr>
                <a:srgbClr val="DC0A84"/>
              </a:buClr>
              <a:buSzPts val="1200"/>
              <a:buFont typeface="Barlow"/>
              <a:buChar char="■"/>
              <a:defRPr sz="1600">
                <a:latin typeface="Barlow"/>
                <a:ea typeface="Barlow"/>
                <a:cs typeface="Barlow"/>
                <a:sym typeface="Barlow"/>
              </a:defRPr>
            </a:lvl6pPr>
            <a:lvl7pPr marL="4266987" lvl="6" indent="-406381">
              <a:spcBef>
                <a:spcPts val="0"/>
              </a:spcBef>
              <a:spcAft>
                <a:spcPts val="0"/>
              </a:spcAft>
              <a:buClr>
                <a:srgbClr val="DC0A84"/>
              </a:buClr>
              <a:buSzPts val="1200"/>
              <a:buFont typeface="Barlow"/>
              <a:buChar char="●"/>
              <a:defRPr sz="1600">
                <a:latin typeface="Barlow"/>
                <a:ea typeface="Barlow"/>
                <a:cs typeface="Barlow"/>
                <a:sym typeface="Barlow"/>
              </a:defRPr>
            </a:lvl7pPr>
            <a:lvl8pPr marL="4876557" lvl="7" indent="-406381">
              <a:spcBef>
                <a:spcPts val="0"/>
              </a:spcBef>
              <a:spcAft>
                <a:spcPts val="0"/>
              </a:spcAft>
              <a:buClr>
                <a:srgbClr val="DC0A84"/>
              </a:buClr>
              <a:buSzPts val="1200"/>
              <a:buFont typeface="Barlow"/>
              <a:buChar char="○"/>
              <a:defRPr sz="1600">
                <a:latin typeface="Barlow"/>
                <a:ea typeface="Barlow"/>
                <a:cs typeface="Barlow"/>
                <a:sym typeface="Barlow"/>
              </a:defRPr>
            </a:lvl8pPr>
            <a:lvl9pPr marL="5486126" lvl="8" indent="-406381">
              <a:spcBef>
                <a:spcPts val="0"/>
              </a:spcBef>
              <a:spcAft>
                <a:spcPts val="0"/>
              </a:spcAft>
              <a:buClr>
                <a:srgbClr val="DC0A84"/>
              </a:buClr>
              <a:buSzPts val="1200"/>
              <a:buFont typeface="Barlow"/>
              <a:buChar char="■"/>
              <a:defRPr sz="1600">
                <a:latin typeface="Barlow"/>
                <a:ea typeface="Barlow"/>
                <a:cs typeface="Barlow"/>
                <a:sym typeface="Barlow"/>
              </a:defRPr>
            </a:lvl9pPr>
          </a:lstStyle>
          <a:p>
            <a:endParaRPr/>
          </a:p>
        </p:txBody>
      </p:sp>
      <p:sp>
        <p:nvSpPr>
          <p:cNvPr id="23" name="Google Shape;23;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
        <p:nvSpPr>
          <p:cNvPr id="24" name="Google Shape;24;p5"/>
          <p:cNvSpPr txBox="1">
            <a:spLocks noGrp="1"/>
          </p:cNvSpPr>
          <p:nvPr>
            <p:ph type="title"/>
          </p:nvPr>
        </p:nvSpPr>
        <p:spPr>
          <a:xfrm>
            <a:off x="720000" y="143333"/>
            <a:ext cx="8959600" cy="1267600"/>
          </a:xfrm>
          <a:prstGeom prst="rect">
            <a:avLst/>
          </a:prstGeom>
        </p:spPr>
        <p:txBody>
          <a:bodyPr spcFirstLastPara="1" wrap="square" lIns="91425" tIns="91425" rIns="91425" bIns="91425" anchor="ctr" anchorCtr="0">
            <a:normAutofit/>
          </a:bodyPr>
          <a:lstStyle>
            <a:lvl1pPr lvl="0" rtl="0">
              <a:spcBef>
                <a:spcPts val="0"/>
              </a:spcBef>
              <a:spcAft>
                <a:spcPts val="0"/>
              </a:spcAft>
              <a:buSzPts val="2000"/>
              <a:buFont typeface="Barlow SemiBold"/>
              <a:buNone/>
              <a:defRPr sz="2667">
                <a:latin typeface="Barlow SemiBold"/>
                <a:ea typeface="Barlow SemiBold"/>
                <a:cs typeface="Barlow SemiBold"/>
                <a:sym typeface="Barlow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extLst>
    <p:ext uri="{DCECCB84-F9BA-43D5-87BE-67443E8EF086}">
      <p15:sldGuideLst xmlns:p15="http://schemas.microsoft.com/office/powerpoint/2012/main">
        <p15:guide id="1" pos="453" userDrawn="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53667" y="600200"/>
            <a:ext cx="7634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Font typeface="Barlow SemiBold"/>
              <a:buNone/>
              <a:defRPr sz="6400">
                <a:latin typeface="Barlow SemiBold"/>
                <a:ea typeface="Barlow SemiBold"/>
                <a:cs typeface="Barlow SemiBold"/>
                <a:sym typeface="Barlow SemiBold"/>
              </a:defRPr>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Tree>
  </p:cSld>
  <p:clrMapOvr>
    <a:masterClrMapping/>
  </p:clrMapOvr>
  <p:extLst>
    <p:ext uri="{DCECCB84-F9BA-43D5-87BE-67443E8EF086}">
      <p15:sldGuideLst xmlns:p15="http://schemas.microsoft.com/office/powerpoint/2012/main">
        <p15:guide id="1" pos="5288" userDrawn="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8"/>
        <p:cNvGrpSpPr/>
        <p:nvPr/>
      </p:nvGrpSpPr>
      <p:grpSpPr>
        <a:xfrm>
          <a:off x="0" y="0"/>
          <a:ext cx="0" cy="0"/>
          <a:chOff x="0" y="0"/>
          <a:chExt cx="0" cy="0"/>
        </a:xfrm>
      </p:grpSpPr>
      <p:sp>
        <p:nvSpPr>
          <p:cNvPr id="29" name="Google Shape;29;p7"/>
          <p:cNvSpPr/>
          <p:nvPr/>
        </p:nvSpPr>
        <p:spPr>
          <a:xfrm>
            <a:off x="6096000" y="-167"/>
            <a:ext cx="6096000" cy="6858000"/>
          </a:xfrm>
          <a:prstGeom prst="rect">
            <a:avLst/>
          </a:prstGeom>
          <a:solidFill>
            <a:srgbClr val="29327A"/>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30" name="Google Shape;30;p7"/>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Font typeface="Barlow SemiBold"/>
              <a:buNone/>
              <a:defRPr sz="5600">
                <a:latin typeface="Barlow SemiBold"/>
                <a:ea typeface="Barlow SemiBold"/>
                <a:cs typeface="Barlow SemiBold"/>
                <a:sym typeface="Barlow SemiBold"/>
              </a:defRPr>
            </a:lvl1pPr>
            <a:lvl2pPr lvl="1" algn="ctr">
              <a:spcBef>
                <a:spcPts val="0"/>
              </a:spcBef>
              <a:spcAft>
                <a:spcPts val="0"/>
              </a:spcAft>
              <a:buSzPts val="4200"/>
              <a:buFont typeface="Barlow SemiBold"/>
              <a:buNone/>
              <a:defRPr sz="5600">
                <a:latin typeface="Barlow SemiBold"/>
                <a:ea typeface="Barlow SemiBold"/>
                <a:cs typeface="Barlow SemiBold"/>
                <a:sym typeface="Barlow SemiBold"/>
              </a:defRPr>
            </a:lvl2pPr>
            <a:lvl3pPr lvl="2" algn="ctr">
              <a:spcBef>
                <a:spcPts val="0"/>
              </a:spcBef>
              <a:spcAft>
                <a:spcPts val="0"/>
              </a:spcAft>
              <a:buSzPts val="4200"/>
              <a:buFont typeface="Barlow SemiBold"/>
              <a:buNone/>
              <a:defRPr sz="5600">
                <a:latin typeface="Barlow SemiBold"/>
                <a:ea typeface="Barlow SemiBold"/>
                <a:cs typeface="Barlow SemiBold"/>
                <a:sym typeface="Barlow SemiBold"/>
              </a:defRPr>
            </a:lvl3pPr>
            <a:lvl4pPr lvl="3" algn="ctr">
              <a:spcBef>
                <a:spcPts val="0"/>
              </a:spcBef>
              <a:spcAft>
                <a:spcPts val="0"/>
              </a:spcAft>
              <a:buSzPts val="4200"/>
              <a:buFont typeface="Barlow SemiBold"/>
              <a:buNone/>
              <a:defRPr sz="5600">
                <a:latin typeface="Barlow SemiBold"/>
                <a:ea typeface="Barlow SemiBold"/>
                <a:cs typeface="Barlow SemiBold"/>
                <a:sym typeface="Barlow SemiBold"/>
              </a:defRPr>
            </a:lvl4pPr>
            <a:lvl5pPr lvl="4" algn="ctr">
              <a:spcBef>
                <a:spcPts val="0"/>
              </a:spcBef>
              <a:spcAft>
                <a:spcPts val="0"/>
              </a:spcAft>
              <a:buSzPts val="4200"/>
              <a:buFont typeface="Barlow SemiBold"/>
              <a:buNone/>
              <a:defRPr sz="5600">
                <a:latin typeface="Barlow SemiBold"/>
                <a:ea typeface="Barlow SemiBold"/>
                <a:cs typeface="Barlow SemiBold"/>
                <a:sym typeface="Barlow SemiBold"/>
              </a:defRPr>
            </a:lvl5pPr>
            <a:lvl6pPr lvl="5" algn="ctr">
              <a:spcBef>
                <a:spcPts val="0"/>
              </a:spcBef>
              <a:spcAft>
                <a:spcPts val="0"/>
              </a:spcAft>
              <a:buSzPts val="4200"/>
              <a:buFont typeface="Barlow SemiBold"/>
              <a:buNone/>
              <a:defRPr sz="5600">
                <a:latin typeface="Barlow SemiBold"/>
                <a:ea typeface="Barlow SemiBold"/>
                <a:cs typeface="Barlow SemiBold"/>
                <a:sym typeface="Barlow SemiBold"/>
              </a:defRPr>
            </a:lvl6pPr>
            <a:lvl7pPr lvl="6" algn="ctr">
              <a:spcBef>
                <a:spcPts val="0"/>
              </a:spcBef>
              <a:spcAft>
                <a:spcPts val="0"/>
              </a:spcAft>
              <a:buSzPts val="4200"/>
              <a:buFont typeface="Barlow SemiBold"/>
              <a:buNone/>
              <a:defRPr sz="5600">
                <a:latin typeface="Barlow SemiBold"/>
                <a:ea typeface="Barlow SemiBold"/>
                <a:cs typeface="Barlow SemiBold"/>
                <a:sym typeface="Barlow SemiBold"/>
              </a:defRPr>
            </a:lvl7pPr>
            <a:lvl8pPr lvl="7" algn="ctr">
              <a:spcBef>
                <a:spcPts val="0"/>
              </a:spcBef>
              <a:spcAft>
                <a:spcPts val="0"/>
              </a:spcAft>
              <a:buSzPts val="4200"/>
              <a:buFont typeface="Barlow SemiBold"/>
              <a:buNone/>
              <a:defRPr sz="5600">
                <a:latin typeface="Barlow SemiBold"/>
                <a:ea typeface="Barlow SemiBold"/>
                <a:cs typeface="Barlow SemiBold"/>
                <a:sym typeface="Barlow SemiBold"/>
              </a:defRPr>
            </a:lvl8pPr>
            <a:lvl9pPr lvl="8" algn="ctr">
              <a:spcBef>
                <a:spcPts val="0"/>
              </a:spcBef>
              <a:spcAft>
                <a:spcPts val="0"/>
              </a:spcAft>
              <a:buSzPts val="4200"/>
              <a:buFont typeface="Barlow SemiBold"/>
              <a:buNone/>
              <a:defRPr sz="5600">
                <a:latin typeface="Barlow SemiBold"/>
                <a:ea typeface="Barlow SemiBold"/>
                <a:cs typeface="Barlow SemiBold"/>
                <a:sym typeface="Barlow SemiBold"/>
              </a:defRPr>
            </a:lvl9pPr>
          </a:lstStyle>
          <a:p>
            <a:endParaRPr/>
          </a:p>
        </p:txBody>
      </p:sp>
      <p:sp>
        <p:nvSpPr>
          <p:cNvPr id="31" name="Google Shape;31;p7"/>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Barlow"/>
              <a:buNone/>
              <a:defRPr sz="2800">
                <a:latin typeface="Barlow"/>
                <a:ea typeface="Barlow"/>
                <a:cs typeface="Barlow"/>
                <a:sym typeface="Barlow"/>
              </a:defRPr>
            </a:lvl1pPr>
            <a:lvl2pPr lvl="1" algn="ctr">
              <a:lnSpc>
                <a:spcPct val="100000"/>
              </a:lnSpc>
              <a:spcBef>
                <a:spcPts val="0"/>
              </a:spcBef>
              <a:spcAft>
                <a:spcPts val="0"/>
              </a:spcAft>
              <a:buSzPts val="2100"/>
              <a:buFont typeface="Barlow"/>
              <a:buNone/>
              <a:defRPr sz="2800">
                <a:latin typeface="Barlow"/>
                <a:ea typeface="Barlow"/>
                <a:cs typeface="Barlow"/>
                <a:sym typeface="Barlow"/>
              </a:defRPr>
            </a:lvl2pPr>
            <a:lvl3pPr lvl="2" algn="ctr">
              <a:lnSpc>
                <a:spcPct val="100000"/>
              </a:lnSpc>
              <a:spcBef>
                <a:spcPts val="0"/>
              </a:spcBef>
              <a:spcAft>
                <a:spcPts val="0"/>
              </a:spcAft>
              <a:buSzPts val="2100"/>
              <a:buFont typeface="Barlow"/>
              <a:buNone/>
              <a:defRPr sz="2800">
                <a:latin typeface="Barlow"/>
                <a:ea typeface="Barlow"/>
                <a:cs typeface="Barlow"/>
                <a:sym typeface="Barlow"/>
              </a:defRPr>
            </a:lvl3pPr>
            <a:lvl4pPr lvl="3" algn="ctr">
              <a:lnSpc>
                <a:spcPct val="100000"/>
              </a:lnSpc>
              <a:spcBef>
                <a:spcPts val="0"/>
              </a:spcBef>
              <a:spcAft>
                <a:spcPts val="0"/>
              </a:spcAft>
              <a:buSzPts val="2100"/>
              <a:buFont typeface="Barlow"/>
              <a:buNone/>
              <a:defRPr sz="2800">
                <a:latin typeface="Barlow"/>
                <a:ea typeface="Barlow"/>
                <a:cs typeface="Barlow"/>
                <a:sym typeface="Barlow"/>
              </a:defRPr>
            </a:lvl4pPr>
            <a:lvl5pPr lvl="4" algn="ctr">
              <a:lnSpc>
                <a:spcPct val="100000"/>
              </a:lnSpc>
              <a:spcBef>
                <a:spcPts val="0"/>
              </a:spcBef>
              <a:spcAft>
                <a:spcPts val="0"/>
              </a:spcAft>
              <a:buSzPts val="2100"/>
              <a:buFont typeface="Barlow"/>
              <a:buNone/>
              <a:defRPr sz="2800">
                <a:latin typeface="Barlow"/>
                <a:ea typeface="Barlow"/>
                <a:cs typeface="Barlow"/>
                <a:sym typeface="Barlow"/>
              </a:defRPr>
            </a:lvl5pPr>
            <a:lvl6pPr lvl="5" algn="ctr">
              <a:lnSpc>
                <a:spcPct val="100000"/>
              </a:lnSpc>
              <a:spcBef>
                <a:spcPts val="0"/>
              </a:spcBef>
              <a:spcAft>
                <a:spcPts val="0"/>
              </a:spcAft>
              <a:buSzPts val="2100"/>
              <a:buFont typeface="Barlow"/>
              <a:buNone/>
              <a:defRPr sz="2800">
                <a:latin typeface="Barlow"/>
                <a:ea typeface="Barlow"/>
                <a:cs typeface="Barlow"/>
                <a:sym typeface="Barlow"/>
              </a:defRPr>
            </a:lvl6pPr>
            <a:lvl7pPr lvl="6" algn="ctr">
              <a:lnSpc>
                <a:spcPct val="100000"/>
              </a:lnSpc>
              <a:spcBef>
                <a:spcPts val="0"/>
              </a:spcBef>
              <a:spcAft>
                <a:spcPts val="0"/>
              </a:spcAft>
              <a:buSzPts val="2100"/>
              <a:buFont typeface="Barlow"/>
              <a:buNone/>
              <a:defRPr sz="2800">
                <a:latin typeface="Barlow"/>
                <a:ea typeface="Barlow"/>
                <a:cs typeface="Barlow"/>
                <a:sym typeface="Barlow"/>
              </a:defRPr>
            </a:lvl7pPr>
            <a:lvl8pPr lvl="7" algn="ctr">
              <a:lnSpc>
                <a:spcPct val="100000"/>
              </a:lnSpc>
              <a:spcBef>
                <a:spcPts val="0"/>
              </a:spcBef>
              <a:spcAft>
                <a:spcPts val="0"/>
              </a:spcAft>
              <a:buSzPts val="2100"/>
              <a:buFont typeface="Barlow"/>
              <a:buNone/>
              <a:defRPr sz="2800">
                <a:latin typeface="Barlow"/>
                <a:ea typeface="Barlow"/>
                <a:cs typeface="Barlow"/>
                <a:sym typeface="Barlow"/>
              </a:defRPr>
            </a:lvl8pPr>
            <a:lvl9pPr lvl="8" algn="ctr">
              <a:lnSpc>
                <a:spcPct val="100000"/>
              </a:lnSpc>
              <a:spcBef>
                <a:spcPts val="0"/>
              </a:spcBef>
              <a:spcAft>
                <a:spcPts val="0"/>
              </a:spcAft>
              <a:buSzPts val="2100"/>
              <a:buFont typeface="Barlow"/>
              <a:buNone/>
              <a:defRPr sz="2800">
                <a:latin typeface="Barlow"/>
                <a:ea typeface="Barlow"/>
                <a:cs typeface="Barlow"/>
                <a:sym typeface="Barlow"/>
              </a:defRPr>
            </a:lvl9pPr>
          </a:lstStyle>
          <a:p>
            <a:endParaRPr/>
          </a:p>
        </p:txBody>
      </p:sp>
      <p:sp>
        <p:nvSpPr>
          <p:cNvPr id="32" name="Google Shape;32;p7"/>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70" lvl="0" indent="-457178">
              <a:spcBef>
                <a:spcPts val="0"/>
              </a:spcBef>
              <a:spcAft>
                <a:spcPts val="0"/>
              </a:spcAft>
              <a:buClr>
                <a:srgbClr val="FFFFFF"/>
              </a:buClr>
              <a:buSzPts val="1800"/>
              <a:buFont typeface="Barlow"/>
              <a:buChar char="●"/>
              <a:defRPr>
                <a:solidFill>
                  <a:srgbClr val="FFFFFF"/>
                </a:solidFill>
                <a:latin typeface="Barlow"/>
                <a:ea typeface="Barlow"/>
                <a:cs typeface="Barlow"/>
                <a:sym typeface="Barlow"/>
              </a:defRPr>
            </a:lvl1pPr>
            <a:lvl2pPr marL="1219140" lvl="1"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2pPr>
            <a:lvl3pPr marL="1828709" lvl="2"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3pPr>
            <a:lvl4pPr marL="2438278" lvl="3"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4pPr>
            <a:lvl5pPr marL="3047848" lvl="4"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5pPr>
            <a:lvl6pPr marL="3657418" lvl="5"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6pPr>
            <a:lvl7pPr marL="4266987" lvl="6"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7pPr>
            <a:lvl8pPr marL="4876557" lvl="7"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8pPr>
            <a:lvl9pPr marL="5486126" lvl="8"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9pPr>
          </a:lstStyle>
          <a:p>
            <a:endParaRPr/>
          </a:p>
        </p:txBody>
      </p:sp>
      <p:sp>
        <p:nvSpPr>
          <p:cNvPr id="33" name="Google Shape;33;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8FE6A-9DFD-442E-AC39-A4AE89F52C68}"/>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3444A831-FD8F-4669-AAE7-C83462F047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160013CF-4DE6-4722-B4F6-8A7CE2ADDEFA}"/>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5" name="Espaço Reservado para Rodapé 4">
            <a:extLst>
              <a:ext uri="{FF2B5EF4-FFF2-40B4-BE49-F238E27FC236}">
                <a16:creationId xmlns:a16="http://schemas.microsoft.com/office/drawing/2014/main" id="{8125AD5D-9447-4C13-8786-F758098990E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0895474-1D1E-4CD7-AE5B-D4D9ADC30953}"/>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533940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DEDA9-8097-412A-A3EA-98AC8BC5570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CD23EC6-D7C5-475C-A3D5-A546985067C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8DF967F-9166-4E66-A95A-FAED2EBE6F1D}"/>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5" name="Espaço Reservado para Rodapé 4">
            <a:extLst>
              <a:ext uri="{FF2B5EF4-FFF2-40B4-BE49-F238E27FC236}">
                <a16:creationId xmlns:a16="http://schemas.microsoft.com/office/drawing/2014/main" id="{BE449B4B-BD54-4D55-A06C-F325BE84467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809BA9E-9FC8-4EF7-943A-F7C6214113BA}"/>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1652680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9447D1-533E-48BE-8CCA-F04A5AE49976}"/>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6A92D50D-FAA4-4AB4-BFDA-3B27E774CC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20BB753-132B-46EC-BB4F-F8B66F41B733}"/>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5" name="Espaço Reservado para Rodapé 4">
            <a:extLst>
              <a:ext uri="{FF2B5EF4-FFF2-40B4-BE49-F238E27FC236}">
                <a16:creationId xmlns:a16="http://schemas.microsoft.com/office/drawing/2014/main" id="{139E4072-187F-4221-96E7-3337DF4062F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08AC7F6-2422-4744-8DCC-976CAFE9BE05}"/>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96182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E65323-C00D-4CF8-842D-60D661A7D0C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DE38EC7-1255-450A-853A-F62B3E100C9F}"/>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7DD08221-4A44-4C08-9AA1-599495711520}"/>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088CB341-417B-46E7-8BE3-B5BF4F70557A}"/>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6" name="Espaço Reservado para Rodapé 5">
            <a:extLst>
              <a:ext uri="{FF2B5EF4-FFF2-40B4-BE49-F238E27FC236}">
                <a16:creationId xmlns:a16="http://schemas.microsoft.com/office/drawing/2014/main" id="{37B6BEF5-7C9D-44D1-89D3-D93061AA37F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E75F8F8-134F-421A-9612-B5CCC7B89BDD}"/>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210477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429275-A899-4F06-96E3-79AB9D5428E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C2DA2B6-8A35-424C-9C53-7BE4811BE7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D5863168-7232-42ED-969A-4800132ED81F}"/>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E0387CD7-7F77-4CDC-8B90-884A89412C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FBF0F242-700D-4C21-9040-3CFAA618031A}"/>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9D1CA807-EC69-4769-A80E-469D6127E68E}"/>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8" name="Espaço Reservado para Rodapé 7">
            <a:extLst>
              <a:ext uri="{FF2B5EF4-FFF2-40B4-BE49-F238E27FC236}">
                <a16:creationId xmlns:a16="http://schemas.microsoft.com/office/drawing/2014/main" id="{0DDD9322-0465-4BE4-9373-EB45824EF94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D359B6E1-2B0F-4EA0-A9F5-74C5BB97B949}"/>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2589603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8254E0-8260-401C-B681-CA75D5C54CF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1646C151-CE0A-4C65-9D11-47A1F4C2997E}"/>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4" name="Espaço Reservado para Rodapé 3">
            <a:extLst>
              <a:ext uri="{FF2B5EF4-FFF2-40B4-BE49-F238E27FC236}">
                <a16:creationId xmlns:a16="http://schemas.microsoft.com/office/drawing/2014/main" id="{9593F609-635F-496C-B3DF-6D478A2567F9}"/>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9A17FB98-9D4A-4B76-8AE4-CAB74B6AA567}"/>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599060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B7FA74E-BE62-41D4-B76C-08DA93C5D45E}"/>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3" name="Espaço Reservado para Rodapé 2">
            <a:extLst>
              <a:ext uri="{FF2B5EF4-FFF2-40B4-BE49-F238E27FC236}">
                <a16:creationId xmlns:a16="http://schemas.microsoft.com/office/drawing/2014/main" id="{48420BC6-E3F6-4966-8681-4E1ACD36D731}"/>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8EF612EF-69A7-4AEB-AD06-CB97299ED57A}"/>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9597732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F7682A-65E7-4662-B2DA-4CC112962EF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BA5E6F3-48CD-4492-87A9-0101316A1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DF807024-4C12-4B6D-97F8-55D0E625E0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341DD33-BE04-4E89-9151-902F8801C6F4}"/>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6" name="Espaço Reservado para Rodapé 5">
            <a:extLst>
              <a:ext uri="{FF2B5EF4-FFF2-40B4-BE49-F238E27FC236}">
                <a16:creationId xmlns:a16="http://schemas.microsoft.com/office/drawing/2014/main" id="{9150CA88-D331-4613-8477-0FA50953D0E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E24067C-B5C6-46A0-9062-00EF06A4D03A}"/>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4268217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1F751F-0998-45D6-B02D-952815569D7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B16DE0DF-4346-4073-9D58-F8B82896E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329A7DF-B042-49D4-BB23-4538F37BF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A788E18-CE5E-403D-8DEE-12CB0013898D}"/>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6" name="Espaço Reservado para Rodapé 5">
            <a:extLst>
              <a:ext uri="{FF2B5EF4-FFF2-40B4-BE49-F238E27FC236}">
                <a16:creationId xmlns:a16="http://schemas.microsoft.com/office/drawing/2014/main" id="{E22768DE-8A2F-4537-931A-6E607DA02069}"/>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557139C-B395-482A-AAD7-33B5B3F83D25}"/>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477926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FCE7C9-6B92-4B77-B987-E30FF6A933C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D444922-4F9B-4635-B156-BB66D36F1B10}"/>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BE593D5-6282-4E7B-A972-A9F0D17245EF}"/>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5" name="Espaço Reservado para Rodapé 4">
            <a:extLst>
              <a:ext uri="{FF2B5EF4-FFF2-40B4-BE49-F238E27FC236}">
                <a16:creationId xmlns:a16="http://schemas.microsoft.com/office/drawing/2014/main" id="{8A2946B6-EC90-4B5E-B238-E5DB3481045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D15E266-DC81-4713-8B4E-5D97666CD950}"/>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668249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9252D17-4696-4278-85CA-9DA07BDDE32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F44FFD8-B7A9-4D75-AC3E-BD4E43AFC4CA}"/>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BC130E0-DFCB-4D3D-A4FB-12FA19C9DAF1}"/>
              </a:ext>
            </a:extLst>
          </p:cNvPr>
          <p:cNvSpPr>
            <a:spLocks noGrp="1"/>
          </p:cNvSpPr>
          <p:nvPr>
            <p:ph type="dt" sz="half" idx="10"/>
          </p:nvPr>
        </p:nvSpPr>
        <p:spPr/>
        <p:txBody>
          <a:bodyPr/>
          <a:lstStyle/>
          <a:p>
            <a:fld id="{210939EE-FC1A-48A1-98E7-CA57C24E5986}" type="datetimeFigureOut">
              <a:rPr lang="pt-BR" smtClean="0"/>
              <a:t>21/07/2022</a:t>
            </a:fld>
            <a:endParaRPr lang="pt-BR"/>
          </a:p>
        </p:txBody>
      </p:sp>
      <p:sp>
        <p:nvSpPr>
          <p:cNvPr id="5" name="Espaço Reservado para Rodapé 4">
            <a:extLst>
              <a:ext uri="{FF2B5EF4-FFF2-40B4-BE49-F238E27FC236}">
                <a16:creationId xmlns:a16="http://schemas.microsoft.com/office/drawing/2014/main" id="{E8387B06-984F-43C0-9493-70EC2DB15A8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6E473B3-F4CC-4E7D-845D-BD32E944421E}"/>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1187359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pt-BR" smtClean="0"/>
              <a:pPr/>
              <a:t>‹nº›</a:t>
            </a:fld>
            <a:endParaRPr lang="pt-B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65B07315-3675-4F71-99D4-010BAE11BC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8F1DDE4-7486-43E5-9C34-59202362B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1EAABDA-D8AA-4C1E-8B25-C567679C9A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0939EE-FC1A-48A1-98E7-CA57C24E5986}" type="datetimeFigureOut">
              <a:rPr lang="pt-BR" smtClean="0"/>
              <a:t>21/07/2022</a:t>
            </a:fld>
            <a:endParaRPr lang="pt-BR"/>
          </a:p>
        </p:txBody>
      </p:sp>
      <p:sp>
        <p:nvSpPr>
          <p:cNvPr id="5" name="Espaço Reservado para Rodapé 4">
            <a:extLst>
              <a:ext uri="{FF2B5EF4-FFF2-40B4-BE49-F238E27FC236}">
                <a16:creationId xmlns:a16="http://schemas.microsoft.com/office/drawing/2014/main" id="{598EA044-3A27-45D7-8C9B-3ED549D2AE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9687CBB4-9DFF-4959-B091-79D205708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A2E9F9-BB19-4BC8-8C43-9D27C3407429}" type="slidenum">
              <a:rPr lang="pt-BR" smtClean="0"/>
              <a:t>‹nº›</a:t>
            </a:fld>
            <a:endParaRPr lang="pt-BR"/>
          </a:p>
        </p:txBody>
      </p:sp>
    </p:spTree>
    <p:extLst>
      <p:ext uri="{BB962C8B-B14F-4D97-AF65-F5344CB8AC3E}">
        <p14:creationId xmlns:p14="http://schemas.microsoft.com/office/powerpoint/2010/main" val="3601725234"/>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Acordo de Leniência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Conceito de </a:t>
            </a:r>
            <a:r>
              <a:rPr lang="pt-BR" sz="3600" dirty="0"/>
              <a:t>Acordo de Leniência </a:t>
            </a:r>
            <a:endParaRP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1828799"/>
            <a:ext cx="10625169" cy="4203482"/>
          </a:xfrm>
          <a:prstGeom prst="rect">
            <a:avLst/>
          </a:prstGeom>
        </p:spPr>
        <p:txBody>
          <a:bodyPr spcFirstLastPara="1" wrap="square" lIns="121900" tIns="121900" rIns="121900" bIns="121900" anchor="t" anchorCtr="0">
            <a:noAutofit/>
          </a:bodyPr>
          <a:lstStyle/>
          <a:p>
            <a:pPr indent="0" algn="just">
              <a:lnSpc>
                <a:spcPct val="150000"/>
              </a:lnSpc>
              <a:spcAft>
                <a:spcPts val="800"/>
              </a:spcAft>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Marcella </a:t>
            </a:r>
            <a:r>
              <a:rPr lang="pt-BR" sz="2800" dirty="0" err="1">
                <a:effectLst/>
                <a:latin typeface="Barlow" panose="00000500000000000000" pitchFamily="2" charset="0"/>
                <a:ea typeface="Calibri" panose="020F0502020204030204" pitchFamily="34" charset="0"/>
                <a:cs typeface="Times New Roman" panose="02020603050405020304" pitchFamily="18" charset="0"/>
              </a:rPr>
              <a:t>Blok</a:t>
            </a:r>
            <a:r>
              <a:rPr lang="pt-BR" sz="2800" dirty="0">
                <a:effectLst/>
                <a:latin typeface="Barlow" panose="00000500000000000000" pitchFamily="2" charset="0"/>
                <a:ea typeface="Calibri" panose="020F0502020204030204" pitchFamily="34" charset="0"/>
                <a:cs typeface="Times New Roman" panose="02020603050405020304" pitchFamily="18" charset="0"/>
              </a:rPr>
              <a:t> (2020), o acordo de leniência, também conhecido como delação premiada é um negócio jurídico, e, principal instrumento no controle interno da gestão de grise, ocasionada por casos de atos de improbidade administrativa, ou seja, atos de corrupção contra a Administração Pública descobertos, fazendo deste infortúnio, um agente de reformulação de estratégias ou condutas. </a:t>
            </a:r>
            <a:endParaRPr lang="pt-BR"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Acordo de Leniência como ferramenta de Controle Interno</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lnSpc>
                <a:spcPct val="150000"/>
              </a:lnSpc>
              <a:buNone/>
            </a:pPr>
            <a:endParaRPr lang="pt-BR" sz="2800" dirty="0">
              <a:effectLst/>
              <a:latin typeface="Barlow" panose="00000500000000000000" pitchFamily="2" charset="0"/>
              <a:ea typeface="Calibri" panose="020F0502020204030204" pitchFamily="34" charset="0"/>
              <a:cs typeface="Times New Roman" panose="02020603050405020304" pitchFamily="18" charset="0"/>
            </a:endParaRPr>
          </a:p>
          <a:p>
            <a:pPr marL="0" indent="0" algn="just">
              <a:lnSpc>
                <a:spcPct val="150000"/>
              </a:lnSpc>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Os procedimentos de auditoria são investigações técnicas, tomados em conjunto, autorizados a formar conscientemente trabalho do auditor realizado nas demonstrações financeiras ou  controles internos para uso dos dados do acordo de leniência </a:t>
            </a:r>
            <a:endParaRPr lang="pt-BR" sz="2800" dirty="0"/>
          </a:p>
        </p:txBody>
      </p:sp>
    </p:spTree>
    <p:extLst>
      <p:ext uri="{BB962C8B-B14F-4D97-AF65-F5344CB8AC3E}">
        <p14:creationId xmlns:p14="http://schemas.microsoft.com/office/powerpoint/2010/main" val="449743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dirty="0"/>
              <a:t>Proposição do Acordo de Leniência</a:t>
            </a:r>
            <a:endParaRPr sz="3200" dirty="0"/>
          </a:p>
        </p:txBody>
      </p:sp>
      <p:sp>
        <p:nvSpPr>
          <p:cNvPr id="46" name="Google Shape;46;p10"/>
          <p:cNvSpPr txBox="1">
            <a:spLocks noGrp="1"/>
          </p:cNvSpPr>
          <p:nvPr>
            <p:ph type="body" idx="1"/>
          </p:nvPr>
        </p:nvSpPr>
        <p:spPr>
          <a:xfrm>
            <a:off x="720000" y="1890488"/>
            <a:ext cx="10632628" cy="4675204"/>
          </a:xfrm>
          <a:prstGeom prst="rect">
            <a:avLst/>
          </a:prstGeom>
        </p:spPr>
        <p:txBody>
          <a:bodyPr spcFirstLastPara="1" wrap="square" lIns="121900" tIns="121900" rIns="121900" bIns="121900" anchor="t" anchorCtr="0">
            <a:noAutofit/>
          </a:bodyPr>
          <a:lstStyle/>
          <a:p>
            <a:pPr marL="0" indent="0" algn="just">
              <a:buNone/>
            </a:pPr>
            <a:r>
              <a:rPr lang="pt-BR" sz="2800" dirty="0">
                <a:effectLst/>
                <a:latin typeface="Barlow" panose="00000500000000000000" pitchFamily="2" charset="0"/>
                <a:ea typeface="Calibri" panose="020F0502020204030204" pitchFamily="34" charset="0"/>
                <a:cs typeface="Times New Roman" panose="02020603050405020304" pitchFamily="18" charset="0"/>
              </a:rPr>
              <a:t>BLOK (2020), o acordo de leniência está prescrito na Lei Anticorrupção como forma de apuração didática do ilícito praticado, só poderá ser proposto pela pessoa jurídica, por seus representantes, bem como por meio do estatuto, ou ainda, por meio de procurador público com poderes específicos para tal. </a:t>
            </a: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p:txBody>
      </p:sp>
    </p:spTree>
    <p:extLst>
      <p:ext uri="{BB962C8B-B14F-4D97-AF65-F5344CB8AC3E}">
        <p14:creationId xmlns:p14="http://schemas.microsoft.com/office/powerpoint/2010/main" val="1262312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130800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do Acordo de Leniência</a:t>
            </a:r>
          </a:p>
          <a:p>
            <a:pPr algn="just">
              <a:lnSpc>
                <a:spcPct val="150000"/>
              </a:lnSpc>
              <a:buSzPct val="75000"/>
              <a:buFont typeface="Arial" panose="020B0604020202020204" pitchFamily="34" charset="0"/>
              <a:buChar char="•"/>
            </a:pPr>
            <a:r>
              <a:rPr lang="pt-BR" sz="2800" dirty="0"/>
              <a:t>Acordo de Leniência como ferramenta de Controle Interno</a:t>
            </a:r>
          </a:p>
          <a:p>
            <a:pPr algn="just">
              <a:lnSpc>
                <a:spcPct val="150000"/>
              </a:lnSpc>
              <a:buSzPct val="75000"/>
              <a:buFont typeface="Arial" panose="020B0604020202020204" pitchFamily="34" charset="0"/>
              <a:buChar char="•"/>
            </a:pPr>
            <a:r>
              <a:rPr lang="pt-BR" sz="2800"/>
              <a:t>Proposição do Acordo de Leniência</a:t>
            </a:r>
            <a:endParaRPr sz="28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199</Words>
  <Application>Microsoft Office PowerPoint</Application>
  <PresentationFormat>Widescreen</PresentationFormat>
  <Paragraphs>13</Paragraphs>
  <Slides>5</Slides>
  <Notes>5</Notes>
  <HiddenSlides>0</HiddenSlides>
  <MMClips>0</MMClips>
  <ScaleCrop>false</ScaleCrop>
  <HeadingPairs>
    <vt:vector size="6" baseType="variant">
      <vt:variant>
        <vt:lpstr>Fontes usadas</vt:lpstr>
      </vt:variant>
      <vt:variant>
        <vt:i4>5</vt:i4>
      </vt:variant>
      <vt:variant>
        <vt:lpstr>Tema</vt:lpstr>
      </vt:variant>
      <vt:variant>
        <vt:i4>2</vt:i4>
      </vt:variant>
      <vt:variant>
        <vt:lpstr>Títulos de slides</vt:lpstr>
      </vt:variant>
      <vt:variant>
        <vt:i4>5</vt:i4>
      </vt:variant>
    </vt:vector>
  </HeadingPairs>
  <TitlesOfParts>
    <vt:vector size="12" baseType="lpstr">
      <vt:lpstr>Barlow SemiBold</vt:lpstr>
      <vt:lpstr>Calibri</vt:lpstr>
      <vt:lpstr>Calibri Light</vt:lpstr>
      <vt:lpstr>Barlow</vt:lpstr>
      <vt:lpstr>Arial</vt:lpstr>
      <vt:lpstr>Simple Light</vt:lpstr>
      <vt:lpstr>Personalizar design</vt:lpstr>
      <vt:lpstr>Acordo de Leniência </vt:lpstr>
      <vt:lpstr>Conceito de Acordo de Leniência </vt:lpstr>
      <vt:lpstr>Acordo de Leniência como ferramenta de Controle Interno</vt:lpstr>
      <vt:lpstr>Proposição do Acordo de Leniência</vt:lpstr>
      <vt:lpstr>PONTOS PRINCIPAIS ABORDADOS NA AULA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NOÇÕES INTRODUTÓRIAS DE DIREITO PENAL</dc:title>
  <cp:lastModifiedBy>debora paiva</cp:lastModifiedBy>
  <cp:revision>13</cp:revision>
  <dcterms:modified xsi:type="dcterms:W3CDTF">2022-07-22T02:01:07Z</dcterms:modified>
</cp:coreProperties>
</file>