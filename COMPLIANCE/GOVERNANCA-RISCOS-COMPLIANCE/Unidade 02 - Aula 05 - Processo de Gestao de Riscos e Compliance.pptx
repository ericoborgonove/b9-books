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5" r:id="rId1"/>
    <p:sldMasterId id="2147483656" r:id="rId2"/>
  </p:sldMasterIdLst>
  <p:notesMasterIdLst>
    <p:notesMasterId r:id="rId8"/>
  </p:notesMasterIdLst>
  <p:sldIdLst>
    <p:sldId id="256" r:id="rId3"/>
    <p:sldId id="259" r:id="rId4"/>
    <p:sldId id="257" r:id="rId5"/>
    <p:sldId id="260" r:id="rId6"/>
    <p:sldId id="258" r:id="rId7"/>
  </p:sldIdLst>
  <p:sldSz cx="12192000" cy="6858000"/>
  <p:notesSz cx="6858000" cy="9144000"/>
  <p:embeddedFontLst>
    <p:embeddedFont>
      <p:font typeface="Barlow" panose="00000500000000000000" pitchFamily="2" charset="0"/>
      <p:regular r:id="rId9"/>
      <p:bold r:id="rId10"/>
      <p:italic r:id="rId11"/>
      <p:boldItalic r:id="rId12"/>
    </p:embeddedFont>
    <p:embeddedFont>
      <p:font typeface="Barlow SemiBold" panose="00000700000000000000" pitchFamily="2" charset="0"/>
      <p:regular r:id="rId13"/>
      <p:bold r:id="rId14"/>
      <p:italic r:id="rId15"/>
      <p:boldItalic r:id="rId16"/>
    </p:embeddedFont>
    <p:embeddedFont>
      <p:font typeface="Calibri" panose="020F0502020204030204" pitchFamily="34" charset="0"/>
      <p:regular r:id="rId17"/>
      <p:bold r:id="rId18"/>
      <p:italic r:id="rId19"/>
      <p:boldItalic r:id="rId20"/>
    </p:embeddedFont>
    <p:embeddedFont>
      <p:font typeface="Calibri Light" panose="020F0302020204030204" pitchFamily="34" charset="0"/>
      <p:regular r:id="rId21"/>
      <p: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029" autoAdjust="0"/>
    <p:restoredTop sz="94660"/>
  </p:normalViewPr>
  <p:slideViewPr>
    <p:cSldViewPr snapToGrid="0">
      <p:cViewPr varScale="1">
        <p:scale>
          <a:sx n="68" d="100"/>
          <a:sy n="68" d="100"/>
        </p:scale>
        <p:origin x="1182"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font" Target="fonts/font13.fntdata"/><Relationship Id="rId7" Type="http://schemas.openxmlformats.org/officeDocument/2006/relationships/slide" Target="slides/slide5.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font" Target="fonts/font8.fntdata"/><Relationship Id="rId2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3.fntdata"/><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font" Target="fonts/font7.fntdata"/><Relationship Id="rId23" Type="http://schemas.openxmlformats.org/officeDocument/2006/relationships/presProps" Target="presProps.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2.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font" Target="fonts/font14.fntdata"/></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3048FC-A5A9-48BF-8A0B-CE10FAB9E26B}" type="doc">
      <dgm:prSet loTypeId="urn:microsoft.com/office/officeart/2005/8/layout/cycle7" loCatId="cycle" qsTypeId="urn:microsoft.com/office/officeart/2005/8/quickstyle/simple1" qsCatId="simple" csTypeId="urn:microsoft.com/office/officeart/2005/8/colors/accent0_2" csCatId="mainScheme" phldr="1"/>
      <dgm:spPr/>
      <dgm:t>
        <a:bodyPr/>
        <a:lstStyle/>
        <a:p>
          <a:endParaRPr lang="pt-BR"/>
        </a:p>
      </dgm:t>
    </dgm:pt>
    <dgm:pt modelId="{37AAECBC-CC4F-4D2C-8C73-448447CCE11A}">
      <dgm:prSet phldrT="[Texto]"/>
      <dgm:spPr/>
      <dgm:t>
        <a:bodyPr/>
        <a:lstStyle/>
        <a:p>
          <a:r>
            <a:rPr lang="pt-BR" dirty="0"/>
            <a:t>Gerenciamento de Risco</a:t>
          </a:r>
        </a:p>
      </dgm:t>
    </dgm:pt>
    <dgm:pt modelId="{B51D9792-6AF8-4378-AA9C-6292E59F581A}" type="parTrans" cxnId="{A50BBABA-B213-49DC-91E6-E65E31A56937}">
      <dgm:prSet/>
      <dgm:spPr/>
      <dgm:t>
        <a:bodyPr/>
        <a:lstStyle/>
        <a:p>
          <a:endParaRPr lang="pt-BR"/>
        </a:p>
      </dgm:t>
    </dgm:pt>
    <dgm:pt modelId="{6CA36D13-CD50-410E-AB63-C27487016F71}" type="sibTrans" cxnId="{A50BBABA-B213-49DC-91E6-E65E31A56937}">
      <dgm:prSet/>
      <dgm:spPr/>
      <dgm:t>
        <a:bodyPr/>
        <a:lstStyle/>
        <a:p>
          <a:endParaRPr lang="pt-BR"/>
        </a:p>
      </dgm:t>
    </dgm:pt>
    <dgm:pt modelId="{35DE4C19-DFF6-4FF6-9FDA-E66516782BA8}">
      <dgm:prSet phldrT="[Texto]"/>
      <dgm:spPr/>
      <dgm:t>
        <a:bodyPr/>
        <a:lstStyle/>
        <a:p>
          <a:r>
            <a:rPr lang="pt-BR" dirty="0"/>
            <a:t>Compliance</a:t>
          </a:r>
        </a:p>
      </dgm:t>
    </dgm:pt>
    <dgm:pt modelId="{C82193D0-F9AF-4B54-A6F3-ECD9D31BF83B}" type="parTrans" cxnId="{E1C44531-1D36-4608-814C-33C34B8C0D9B}">
      <dgm:prSet/>
      <dgm:spPr/>
      <dgm:t>
        <a:bodyPr/>
        <a:lstStyle/>
        <a:p>
          <a:endParaRPr lang="pt-BR"/>
        </a:p>
      </dgm:t>
    </dgm:pt>
    <dgm:pt modelId="{FF215FA8-11B9-42AA-ACC0-5002CBBAE7D8}" type="sibTrans" cxnId="{E1C44531-1D36-4608-814C-33C34B8C0D9B}">
      <dgm:prSet/>
      <dgm:spPr/>
      <dgm:t>
        <a:bodyPr/>
        <a:lstStyle/>
        <a:p>
          <a:endParaRPr lang="pt-BR"/>
        </a:p>
      </dgm:t>
    </dgm:pt>
    <dgm:pt modelId="{6531E83C-EECC-4063-B13D-C55EE6862576}">
      <dgm:prSet phldrT="[Texto]"/>
      <dgm:spPr/>
      <dgm:t>
        <a:bodyPr/>
        <a:lstStyle/>
        <a:p>
          <a:r>
            <a:rPr lang="pt-BR" dirty="0"/>
            <a:t>Governança Corporativa</a:t>
          </a:r>
        </a:p>
      </dgm:t>
    </dgm:pt>
    <dgm:pt modelId="{17D28A4B-2332-42A6-B361-1EFF1E72D71B}" type="parTrans" cxnId="{D52C9D49-ADBB-4F63-92E4-12556D5F9472}">
      <dgm:prSet/>
      <dgm:spPr/>
      <dgm:t>
        <a:bodyPr/>
        <a:lstStyle/>
        <a:p>
          <a:endParaRPr lang="pt-BR"/>
        </a:p>
      </dgm:t>
    </dgm:pt>
    <dgm:pt modelId="{0652C72B-F78C-4185-84E8-F90E862879EE}" type="sibTrans" cxnId="{D52C9D49-ADBB-4F63-92E4-12556D5F9472}">
      <dgm:prSet/>
      <dgm:spPr/>
      <dgm:t>
        <a:bodyPr/>
        <a:lstStyle/>
        <a:p>
          <a:endParaRPr lang="pt-BR"/>
        </a:p>
      </dgm:t>
    </dgm:pt>
    <dgm:pt modelId="{2B70DF49-0C2D-441F-9060-B70980D5E0A0}" type="pres">
      <dgm:prSet presAssocID="{A73048FC-A5A9-48BF-8A0B-CE10FAB9E26B}" presName="Name0" presStyleCnt="0">
        <dgm:presLayoutVars>
          <dgm:dir/>
          <dgm:resizeHandles val="exact"/>
        </dgm:presLayoutVars>
      </dgm:prSet>
      <dgm:spPr/>
    </dgm:pt>
    <dgm:pt modelId="{D555AF0D-8FF0-4910-B9A3-5D0A85C0DEA8}" type="pres">
      <dgm:prSet presAssocID="{37AAECBC-CC4F-4D2C-8C73-448447CCE11A}" presName="node" presStyleLbl="node1" presStyleIdx="0" presStyleCnt="3">
        <dgm:presLayoutVars>
          <dgm:bulletEnabled val="1"/>
        </dgm:presLayoutVars>
      </dgm:prSet>
      <dgm:spPr/>
    </dgm:pt>
    <dgm:pt modelId="{2895E447-00EB-427A-8FFD-1BFDA3E29AA0}" type="pres">
      <dgm:prSet presAssocID="{6CA36D13-CD50-410E-AB63-C27487016F71}" presName="sibTrans" presStyleLbl="sibTrans2D1" presStyleIdx="0" presStyleCnt="3"/>
      <dgm:spPr/>
    </dgm:pt>
    <dgm:pt modelId="{73BB7D87-195F-4A82-B4CD-8EB157909C99}" type="pres">
      <dgm:prSet presAssocID="{6CA36D13-CD50-410E-AB63-C27487016F71}" presName="connectorText" presStyleLbl="sibTrans2D1" presStyleIdx="0" presStyleCnt="3"/>
      <dgm:spPr/>
    </dgm:pt>
    <dgm:pt modelId="{F87A24E8-874E-451C-BDB9-323064258C40}" type="pres">
      <dgm:prSet presAssocID="{35DE4C19-DFF6-4FF6-9FDA-E66516782BA8}" presName="node" presStyleLbl="node1" presStyleIdx="1" presStyleCnt="3">
        <dgm:presLayoutVars>
          <dgm:bulletEnabled val="1"/>
        </dgm:presLayoutVars>
      </dgm:prSet>
      <dgm:spPr/>
    </dgm:pt>
    <dgm:pt modelId="{60036CA8-C074-4F8A-9503-7354B9910D9E}" type="pres">
      <dgm:prSet presAssocID="{FF215FA8-11B9-42AA-ACC0-5002CBBAE7D8}" presName="sibTrans" presStyleLbl="sibTrans2D1" presStyleIdx="1" presStyleCnt="3"/>
      <dgm:spPr/>
    </dgm:pt>
    <dgm:pt modelId="{D6F30E95-5598-4DD6-928B-F9A463A0E502}" type="pres">
      <dgm:prSet presAssocID="{FF215FA8-11B9-42AA-ACC0-5002CBBAE7D8}" presName="connectorText" presStyleLbl="sibTrans2D1" presStyleIdx="1" presStyleCnt="3"/>
      <dgm:spPr/>
    </dgm:pt>
    <dgm:pt modelId="{868D8FDC-9E1C-4AF1-B1E1-9FFF132D51F4}" type="pres">
      <dgm:prSet presAssocID="{6531E83C-EECC-4063-B13D-C55EE6862576}" presName="node" presStyleLbl="node1" presStyleIdx="2" presStyleCnt="3">
        <dgm:presLayoutVars>
          <dgm:bulletEnabled val="1"/>
        </dgm:presLayoutVars>
      </dgm:prSet>
      <dgm:spPr/>
    </dgm:pt>
    <dgm:pt modelId="{11066017-7FDA-4B9A-BB90-DF6111BEC837}" type="pres">
      <dgm:prSet presAssocID="{0652C72B-F78C-4185-84E8-F90E862879EE}" presName="sibTrans" presStyleLbl="sibTrans2D1" presStyleIdx="2" presStyleCnt="3"/>
      <dgm:spPr/>
    </dgm:pt>
    <dgm:pt modelId="{F8D28AF2-D8FB-481C-AA0C-F990E7F03A4F}" type="pres">
      <dgm:prSet presAssocID="{0652C72B-F78C-4185-84E8-F90E862879EE}" presName="connectorText" presStyleLbl="sibTrans2D1" presStyleIdx="2" presStyleCnt="3"/>
      <dgm:spPr/>
    </dgm:pt>
  </dgm:ptLst>
  <dgm:cxnLst>
    <dgm:cxn modelId="{81DCFE01-DF27-4E4C-BF9D-848A59D971DC}" type="presOf" srcId="{6531E83C-EECC-4063-B13D-C55EE6862576}" destId="{868D8FDC-9E1C-4AF1-B1E1-9FFF132D51F4}" srcOrd="0" destOrd="0" presId="urn:microsoft.com/office/officeart/2005/8/layout/cycle7"/>
    <dgm:cxn modelId="{C69ED01A-7405-41EB-9E5A-08F6F838955A}" type="presOf" srcId="{FF215FA8-11B9-42AA-ACC0-5002CBBAE7D8}" destId="{60036CA8-C074-4F8A-9503-7354B9910D9E}" srcOrd="0" destOrd="0" presId="urn:microsoft.com/office/officeart/2005/8/layout/cycle7"/>
    <dgm:cxn modelId="{E1C44531-1D36-4608-814C-33C34B8C0D9B}" srcId="{A73048FC-A5A9-48BF-8A0B-CE10FAB9E26B}" destId="{35DE4C19-DFF6-4FF6-9FDA-E66516782BA8}" srcOrd="1" destOrd="0" parTransId="{C82193D0-F9AF-4B54-A6F3-ECD9D31BF83B}" sibTransId="{FF215FA8-11B9-42AA-ACC0-5002CBBAE7D8}"/>
    <dgm:cxn modelId="{EFB9535B-AA67-407A-AE4A-5F70CD93B3B7}" type="presOf" srcId="{0652C72B-F78C-4185-84E8-F90E862879EE}" destId="{F8D28AF2-D8FB-481C-AA0C-F990E7F03A4F}" srcOrd="1" destOrd="0" presId="urn:microsoft.com/office/officeart/2005/8/layout/cycle7"/>
    <dgm:cxn modelId="{D52C9D49-ADBB-4F63-92E4-12556D5F9472}" srcId="{A73048FC-A5A9-48BF-8A0B-CE10FAB9E26B}" destId="{6531E83C-EECC-4063-B13D-C55EE6862576}" srcOrd="2" destOrd="0" parTransId="{17D28A4B-2332-42A6-B361-1EFF1E72D71B}" sibTransId="{0652C72B-F78C-4185-84E8-F90E862879EE}"/>
    <dgm:cxn modelId="{DD500952-1A02-4E3E-BC95-B132095B75A1}" type="presOf" srcId="{6CA36D13-CD50-410E-AB63-C27487016F71}" destId="{73BB7D87-195F-4A82-B4CD-8EB157909C99}" srcOrd="1" destOrd="0" presId="urn:microsoft.com/office/officeart/2005/8/layout/cycle7"/>
    <dgm:cxn modelId="{7E41E15A-BC3E-43A5-943E-8E0068B50D67}" type="presOf" srcId="{FF215FA8-11B9-42AA-ACC0-5002CBBAE7D8}" destId="{D6F30E95-5598-4DD6-928B-F9A463A0E502}" srcOrd="1" destOrd="0" presId="urn:microsoft.com/office/officeart/2005/8/layout/cycle7"/>
    <dgm:cxn modelId="{3FB8878F-D779-4D02-97A0-26677E89B0D4}" type="presOf" srcId="{A73048FC-A5A9-48BF-8A0B-CE10FAB9E26B}" destId="{2B70DF49-0C2D-441F-9060-B70980D5E0A0}" srcOrd="0" destOrd="0" presId="urn:microsoft.com/office/officeart/2005/8/layout/cycle7"/>
    <dgm:cxn modelId="{3F34B792-2D4E-4352-A58F-4BBC26BAFB75}" type="presOf" srcId="{6CA36D13-CD50-410E-AB63-C27487016F71}" destId="{2895E447-00EB-427A-8FFD-1BFDA3E29AA0}" srcOrd="0" destOrd="0" presId="urn:microsoft.com/office/officeart/2005/8/layout/cycle7"/>
    <dgm:cxn modelId="{A50BBABA-B213-49DC-91E6-E65E31A56937}" srcId="{A73048FC-A5A9-48BF-8A0B-CE10FAB9E26B}" destId="{37AAECBC-CC4F-4D2C-8C73-448447CCE11A}" srcOrd="0" destOrd="0" parTransId="{B51D9792-6AF8-4378-AA9C-6292E59F581A}" sibTransId="{6CA36D13-CD50-410E-AB63-C27487016F71}"/>
    <dgm:cxn modelId="{729E4FCB-BC01-46CF-9266-1847477F2366}" type="presOf" srcId="{37AAECBC-CC4F-4D2C-8C73-448447CCE11A}" destId="{D555AF0D-8FF0-4910-B9A3-5D0A85C0DEA8}" srcOrd="0" destOrd="0" presId="urn:microsoft.com/office/officeart/2005/8/layout/cycle7"/>
    <dgm:cxn modelId="{9A072DF8-D8ED-48D2-B792-0B3916A225EB}" type="presOf" srcId="{0652C72B-F78C-4185-84E8-F90E862879EE}" destId="{11066017-7FDA-4B9A-BB90-DF6111BEC837}" srcOrd="0" destOrd="0" presId="urn:microsoft.com/office/officeart/2005/8/layout/cycle7"/>
    <dgm:cxn modelId="{FDB93FFF-7EE7-4565-93ED-B12AB1DCAA75}" type="presOf" srcId="{35DE4C19-DFF6-4FF6-9FDA-E66516782BA8}" destId="{F87A24E8-874E-451C-BDB9-323064258C40}" srcOrd="0" destOrd="0" presId="urn:microsoft.com/office/officeart/2005/8/layout/cycle7"/>
    <dgm:cxn modelId="{FB8B5FE3-F0EB-48EC-9EA5-8B22E91852DE}" type="presParOf" srcId="{2B70DF49-0C2D-441F-9060-B70980D5E0A0}" destId="{D555AF0D-8FF0-4910-B9A3-5D0A85C0DEA8}" srcOrd="0" destOrd="0" presId="urn:microsoft.com/office/officeart/2005/8/layout/cycle7"/>
    <dgm:cxn modelId="{51AB3FFA-4147-4178-9137-359132981864}" type="presParOf" srcId="{2B70DF49-0C2D-441F-9060-B70980D5E0A0}" destId="{2895E447-00EB-427A-8FFD-1BFDA3E29AA0}" srcOrd="1" destOrd="0" presId="urn:microsoft.com/office/officeart/2005/8/layout/cycle7"/>
    <dgm:cxn modelId="{ADCEBC5E-9197-4314-8BC6-547ADF502E88}" type="presParOf" srcId="{2895E447-00EB-427A-8FFD-1BFDA3E29AA0}" destId="{73BB7D87-195F-4A82-B4CD-8EB157909C99}" srcOrd="0" destOrd="0" presId="urn:microsoft.com/office/officeart/2005/8/layout/cycle7"/>
    <dgm:cxn modelId="{BD410F2B-B5CA-4E49-BACA-81610E2E0593}" type="presParOf" srcId="{2B70DF49-0C2D-441F-9060-B70980D5E0A0}" destId="{F87A24E8-874E-451C-BDB9-323064258C40}" srcOrd="2" destOrd="0" presId="urn:microsoft.com/office/officeart/2005/8/layout/cycle7"/>
    <dgm:cxn modelId="{F28A8803-4EA3-488F-9AFA-3867AB58F898}" type="presParOf" srcId="{2B70DF49-0C2D-441F-9060-B70980D5E0A0}" destId="{60036CA8-C074-4F8A-9503-7354B9910D9E}" srcOrd="3" destOrd="0" presId="urn:microsoft.com/office/officeart/2005/8/layout/cycle7"/>
    <dgm:cxn modelId="{AB918BAD-D581-488D-AC4E-E9F8607666F3}" type="presParOf" srcId="{60036CA8-C074-4F8A-9503-7354B9910D9E}" destId="{D6F30E95-5598-4DD6-928B-F9A463A0E502}" srcOrd="0" destOrd="0" presId="urn:microsoft.com/office/officeart/2005/8/layout/cycle7"/>
    <dgm:cxn modelId="{29E7CB39-75CD-4914-87DE-06AD57D35CEC}" type="presParOf" srcId="{2B70DF49-0C2D-441F-9060-B70980D5E0A0}" destId="{868D8FDC-9E1C-4AF1-B1E1-9FFF132D51F4}" srcOrd="4" destOrd="0" presId="urn:microsoft.com/office/officeart/2005/8/layout/cycle7"/>
    <dgm:cxn modelId="{A60E8C6C-006E-4A76-876D-393B6726D6E2}" type="presParOf" srcId="{2B70DF49-0C2D-441F-9060-B70980D5E0A0}" destId="{11066017-7FDA-4B9A-BB90-DF6111BEC837}" srcOrd="5" destOrd="0" presId="urn:microsoft.com/office/officeart/2005/8/layout/cycle7"/>
    <dgm:cxn modelId="{4AF3EFB5-1B35-47D4-9F2E-07E46DC3E929}" type="presParOf" srcId="{11066017-7FDA-4B9A-BB90-DF6111BEC837}" destId="{F8D28AF2-D8FB-481C-AA0C-F990E7F03A4F}"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55AF0D-8FF0-4910-B9A3-5D0A85C0DEA8}">
      <dsp:nvSpPr>
        <dsp:cNvPr id="0" name=""/>
        <dsp:cNvSpPr/>
      </dsp:nvSpPr>
      <dsp:spPr>
        <a:xfrm>
          <a:off x="2286479" y="644"/>
          <a:ext cx="1343288" cy="671644"/>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pt-BR" sz="1300" kern="1200" dirty="0"/>
            <a:t>Gerenciamento de Risco</a:t>
          </a:r>
        </a:p>
      </dsp:txBody>
      <dsp:txXfrm>
        <a:off x="2306151" y="20316"/>
        <a:ext cx="1303944" cy="632300"/>
      </dsp:txXfrm>
    </dsp:sp>
    <dsp:sp modelId="{2895E447-00EB-427A-8FFD-1BFDA3E29AA0}">
      <dsp:nvSpPr>
        <dsp:cNvPr id="0" name=""/>
        <dsp:cNvSpPr/>
      </dsp:nvSpPr>
      <dsp:spPr>
        <a:xfrm rot="3600000">
          <a:off x="3162825" y="1179099"/>
          <a:ext cx="699305" cy="235075"/>
        </a:xfrm>
        <a:prstGeom prst="lef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pt-BR" sz="1000" kern="1200"/>
        </a:p>
      </dsp:txBody>
      <dsp:txXfrm>
        <a:off x="3233348" y="1226114"/>
        <a:ext cx="558260" cy="141045"/>
      </dsp:txXfrm>
    </dsp:sp>
    <dsp:sp modelId="{F87A24E8-874E-451C-BDB9-323064258C40}">
      <dsp:nvSpPr>
        <dsp:cNvPr id="0" name=""/>
        <dsp:cNvSpPr/>
      </dsp:nvSpPr>
      <dsp:spPr>
        <a:xfrm>
          <a:off x="3395189" y="1920986"/>
          <a:ext cx="1343288" cy="671644"/>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pt-BR" sz="1300" kern="1200" dirty="0"/>
            <a:t>Compliance</a:t>
          </a:r>
        </a:p>
      </dsp:txBody>
      <dsp:txXfrm>
        <a:off x="3414861" y="1940658"/>
        <a:ext cx="1303944" cy="632300"/>
      </dsp:txXfrm>
    </dsp:sp>
    <dsp:sp modelId="{60036CA8-C074-4F8A-9503-7354B9910D9E}">
      <dsp:nvSpPr>
        <dsp:cNvPr id="0" name=""/>
        <dsp:cNvSpPr/>
      </dsp:nvSpPr>
      <dsp:spPr>
        <a:xfrm rot="10800000">
          <a:off x="2608470" y="2139270"/>
          <a:ext cx="699305" cy="235075"/>
        </a:xfrm>
        <a:prstGeom prst="lef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pt-BR" sz="1000" kern="1200"/>
        </a:p>
      </dsp:txBody>
      <dsp:txXfrm rot="10800000">
        <a:off x="2678992" y="2186285"/>
        <a:ext cx="558260" cy="141045"/>
      </dsp:txXfrm>
    </dsp:sp>
    <dsp:sp modelId="{868D8FDC-9E1C-4AF1-B1E1-9FFF132D51F4}">
      <dsp:nvSpPr>
        <dsp:cNvPr id="0" name=""/>
        <dsp:cNvSpPr/>
      </dsp:nvSpPr>
      <dsp:spPr>
        <a:xfrm>
          <a:off x="1177769" y="1920986"/>
          <a:ext cx="1343288" cy="671644"/>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pt-BR" sz="1300" kern="1200" dirty="0"/>
            <a:t>Governança Corporativa</a:t>
          </a:r>
        </a:p>
      </dsp:txBody>
      <dsp:txXfrm>
        <a:off x="1197441" y="1940658"/>
        <a:ext cx="1303944" cy="632300"/>
      </dsp:txXfrm>
    </dsp:sp>
    <dsp:sp modelId="{11066017-7FDA-4B9A-BB90-DF6111BEC837}">
      <dsp:nvSpPr>
        <dsp:cNvPr id="0" name=""/>
        <dsp:cNvSpPr/>
      </dsp:nvSpPr>
      <dsp:spPr>
        <a:xfrm rot="18000000">
          <a:off x="2054115" y="1179099"/>
          <a:ext cx="699305" cy="235075"/>
        </a:xfrm>
        <a:prstGeom prst="lef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pt-BR" sz="1000" kern="1200"/>
        </a:p>
      </dsp:txBody>
      <dsp:txXfrm>
        <a:off x="2124638" y="1226114"/>
        <a:ext cx="558260" cy="141045"/>
      </dsp:txXfrm>
    </dsp:sp>
  </dsp:spTree>
</dsp:drawing>
</file>

<file path=ppt/diagrams/layout1.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 name="Google Shape;3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116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e0f25cee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e0f25cee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318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e1a6dd9dea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e1a6dd9de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pt-BR" smtClean="0"/>
              <a:pPr/>
              <a:t>‹nº›</a:t>
            </a:fld>
            <a:endParaRPr lang="pt-BR"/>
          </a:p>
        </p:txBody>
      </p:sp>
      <p:sp>
        <p:nvSpPr>
          <p:cNvPr id="11" name="Google Shape;11;p2"/>
          <p:cNvSpPr txBox="1">
            <a:spLocks noGrp="1"/>
          </p:cNvSpPr>
          <p:nvPr>
            <p:ph type="title"/>
          </p:nvPr>
        </p:nvSpPr>
        <p:spPr>
          <a:xfrm>
            <a:off x="4704800" y="1558400"/>
            <a:ext cx="7088400" cy="3741200"/>
          </a:xfrm>
          <a:prstGeom prst="rect">
            <a:avLst/>
          </a:prstGeom>
        </p:spPr>
        <p:txBody>
          <a:bodyPr spcFirstLastPara="1" wrap="square" lIns="91425" tIns="91425" rIns="91425" bIns="91425" anchor="ctr" anchorCtr="0">
            <a:normAutofit/>
          </a:bodyPr>
          <a:lstStyle>
            <a:lvl1pPr lvl="0" rtl="0">
              <a:spcBef>
                <a:spcPts val="0"/>
              </a:spcBef>
              <a:spcAft>
                <a:spcPts val="0"/>
              </a:spcAft>
              <a:buSzPts val="2400"/>
              <a:buFont typeface="Barlow SemiBold"/>
              <a:buNone/>
              <a:defRPr sz="3200">
                <a:latin typeface="Barlow SemiBold"/>
                <a:ea typeface="Barlow SemiBold"/>
                <a:cs typeface="Barlow SemiBold"/>
                <a:sym typeface="Barlow SemiBold"/>
              </a:defRPr>
            </a:lvl1pPr>
            <a:lvl2pPr lvl="1" rtl="0">
              <a:spcBef>
                <a:spcPts val="0"/>
              </a:spcBef>
              <a:spcAft>
                <a:spcPts val="0"/>
              </a:spcAft>
              <a:buSzPts val="2400"/>
              <a:buFont typeface="Barlow SemiBold"/>
              <a:buNone/>
              <a:defRPr sz="3200">
                <a:latin typeface="Barlow SemiBold"/>
                <a:ea typeface="Barlow SemiBold"/>
                <a:cs typeface="Barlow SemiBold"/>
                <a:sym typeface="Barlow SemiBold"/>
              </a:defRPr>
            </a:lvl2pPr>
            <a:lvl3pPr lvl="2" rtl="0">
              <a:spcBef>
                <a:spcPts val="0"/>
              </a:spcBef>
              <a:spcAft>
                <a:spcPts val="0"/>
              </a:spcAft>
              <a:buSzPts val="2400"/>
              <a:buFont typeface="Barlow SemiBold"/>
              <a:buNone/>
              <a:defRPr sz="3200">
                <a:latin typeface="Barlow SemiBold"/>
                <a:ea typeface="Barlow SemiBold"/>
                <a:cs typeface="Barlow SemiBold"/>
                <a:sym typeface="Barlow SemiBold"/>
              </a:defRPr>
            </a:lvl3pPr>
            <a:lvl4pPr lvl="3" rtl="0">
              <a:spcBef>
                <a:spcPts val="0"/>
              </a:spcBef>
              <a:spcAft>
                <a:spcPts val="0"/>
              </a:spcAft>
              <a:buSzPts val="2400"/>
              <a:buFont typeface="Barlow SemiBold"/>
              <a:buNone/>
              <a:defRPr sz="3200">
                <a:latin typeface="Barlow SemiBold"/>
                <a:ea typeface="Barlow SemiBold"/>
                <a:cs typeface="Barlow SemiBold"/>
                <a:sym typeface="Barlow SemiBold"/>
              </a:defRPr>
            </a:lvl4pPr>
            <a:lvl5pPr lvl="4" rtl="0">
              <a:spcBef>
                <a:spcPts val="0"/>
              </a:spcBef>
              <a:spcAft>
                <a:spcPts val="0"/>
              </a:spcAft>
              <a:buSzPts val="2400"/>
              <a:buFont typeface="Barlow SemiBold"/>
              <a:buNone/>
              <a:defRPr sz="3200">
                <a:latin typeface="Barlow SemiBold"/>
                <a:ea typeface="Barlow SemiBold"/>
                <a:cs typeface="Barlow SemiBold"/>
                <a:sym typeface="Barlow SemiBold"/>
              </a:defRPr>
            </a:lvl5pPr>
            <a:lvl6pPr lvl="5" rtl="0">
              <a:spcBef>
                <a:spcPts val="0"/>
              </a:spcBef>
              <a:spcAft>
                <a:spcPts val="0"/>
              </a:spcAft>
              <a:buSzPts val="2400"/>
              <a:buFont typeface="Barlow SemiBold"/>
              <a:buNone/>
              <a:defRPr sz="3200">
                <a:latin typeface="Barlow SemiBold"/>
                <a:ea typeface="Barlow SemiBold"/>
                <a:cs typeface="Barlow SemiBold"/>
                <a:sym typeface="Barlow SemiBold"/>
              </a:defRPr>
            </a:lvl6pPr>
            <a:lvl7pPr lvl="6" rtl="0">
              <a:spcBef>
                <a:spcPts val="0"/>
              </a:spcBef>
              <a:spcAft>
                <a:spcPts val="0"/>
              </a:spcAft>
              <a:buSzPts val="2400"/>
              <a:buFont typeface="Barlow SemiBold"/>
              <a:buNone/>
              <a:defRPr sz="3200">
                <a:latin typeface="Barlow SemiBold"/>
                <a:ea typeface="Barlow SemiBold"/>
                <a:cs typeface="Barlow SemiBold"/>
                <a:sym typeface="Barlow SemiBold"/>
              </a:defRPr>
            </a:lvl7pPr>
            <a:lvl8pPr lvl="7" rtl="0">
              <a:spcBef>
                <a:spcPts val="0"/>
              </a:spcBef>
              <a:spcAft>
                <a:spcPts val="0"/>
              </a:spcAft>
              <a:buSzPts val="2400"/>
              <a:buFont typeface="Barlow SemiBold"/>
              <a:buNone/>
              <a:defRPr sz="3200">
                <a:latin typeface="Barlow SemiBold"/>
                <a:ea typeface="Barlow SemiBold"/>
                <a:cs typeface="Barlow SemiBold"/>
                <a:sym typeface="Barlow SemiBold"/>
              </a:defRPr>
            </a:lvl8pPr>
            <a:lvl9pPr lvl="8" rtl="0">
              <a:spcBef>
                <a:spcPts val="0"/>
              </a:spcBef>
              <a:spcAft>
                <a:spcPts val="0"/>
              </a:spcAft>
              <a:buSzPts val="2400"/>
              <a:buFont typeface="Barlow SemiBold"/>
              <a:buNone/>
              <a:defRPr sz="3200">
                <a:latin typeface="Barlow SemiBold"/>
                <a:ea typeface="Barlow SemiBold"/>
                <a:cs typeface="Barlow SemiBold"/>
                <a:sym typeface="Barlow SemiBold"/>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720000" y="143333"/>
            <a:ext cx="8347800" cy="1267600"/>
          </a:xfrm>
          <a:prstGeom prst="rect">
            <a:avLst/>
          </a:prstGeom>
        </p:spPr>
        <p:txBody>
          <a:bodyPr spcFirstLastPara="1" wrap="square" lIns="91425" tIns="91425" rIns="91425" bIns="91425" anchor="ctr" anchorCtr="0">
            <a:normAutofit/>
          </a:bodyPr>
          <a:lstStyle>
            <a:lvl1pPr lvl="0">
              <a:spcBef>
                <a:spcPts val="0"/>
              </a:spcBef>
              <a:spcAft>
                <a:spcPts val="0"/>
              </a:spcAft>
              <a:buSzPts val="2000"/>
              <a:buFont typeface="Barlow SemiBold"/>
              <a:buNone/>
              <a:defRPr sz="2667">
                <a:latin typeface="Barlow SemiBold"/>
                <a:ea typeface="Barlow SemiBold"/>
                <a:cs typeface="Barlow SemiBold"/>
                <a:sym typeface="Barlow SemiBol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14" name="Google Shape;14;p3"/>
          <p:cNvSpPr txBox="1">
            <a:spLocks noGrp="1"/>
          </p:cNvSpPr>
          <p:nvPr>
            <p:ph type="body" idx="1"/>
          </p:nvPr>
        </p:nvSpPr>
        <p:spPr>
          <a:xfrm>
            <a:off x="720000" y="1862817"/>
            <a:ext cx="11308000" cy="4452549"/>
          </a:xfrm>
          <a:prstGeom prst="rect">
            <a:avLst/>
          </a:prstGeom>
        </p:spPr>
        <p:txBody>
          <a:bodyPr spcFirstLastPara="1" wrap="square" lIns="91425" tIns="91425" rIns="91425" bIns="91425" anchor="t" anchorCtr="0">
            <a:noAutofit/>
          </a:bodyPr>
          <a:lstStyle>
            <a:lvl1pPr marL="609570" lvl="0" indent="-457178">
              <a:spcBef>
                <a:spcPts val="0"/>
              </a:spcBef>
              <a:spcAft>
                <a:spcPts val="0"/>
              </a:spcAft>
              <a:buClr>
                <a:srgbClr val="DC0A84"/>
              </a:buClr>
              <a:buSzPts val="1800"/>
              <a:buFont typeface="Barlow"/>
              <a:buChar char="●"/>
              <a:defRPr>
                <a:latin typeface="Barlow"/>
                <a:ea typeface="Barlow"/>
                <a:cs typeface="Barlow"/>
                <a:sym typeface="Barlow"/>
              </a:defRPr>
            </a:lvl1pPr>
            <a:lvl2pPr marL="1219140" lvl="1" indent="-423312">
              <a:spcBef>
                <a:spcPts val="0"/>
              </a:spcBef>
              <a:spcAft>
                <a:spcPts val="0"/>
              </a:spcAft>
              <a:buClr>
                <a:srgbClr val="DC0A84"/>
              </a:buClr>
              <a:buSzPts val="1400"/>
              <a:buFont typeface="Barlow"/>
              <a:buChar char="○"/>
              <a:defRPr>
                <a:latin typeface="Barlow"/>
                <a:ea typeface="Barlow"/>
                <a:cs typeface="Barlow"/>
                <a:sym typeface="Barlow"/>
              </a:defRPr>
            </a:lvl2pPr>
            <a:lvl3pPr marL="1828709" lvl="2" indent="-423312">
              <a:spcBef>
                <a:spcPts val="0"/>
              </a:spcBef>
              <a:spcAft>
                <a:spcPts val="0"/>
              </a:spcAft>
              <a:buClr>
                <a:srgbClr val="DC0A84"/>
              </a:buClr>
              <a:buSzPts val="1400"/>
              <a:buFont typeface="Barlow"/>
              <a:buChar char="■"/>
              <a:defRPr>
                <a:latin typeface="Barlow"/>
                <a:ea typeface="Barlow"/>
                <a:cs typeface="Barlow"/>
                <a:sym typeface="Barlow"/>
              </a:defRPr>
            </a:lvl3pPr>
            <a:lvl4pPr marL="2438278" lvl="3" indent="-423312">
              <a:spcBef>
                <a:spcPts val="0"/>
              </a:spcBef>
              <a:spcAft>
                <a:spcPts val="0"/>
              </a:spcAft>
              <a:buClr>
                <a:srgbClr val="DC0A84"/>
              </a:buClr>
              <a:buSzPts val="1400"/>
              <a:buFont typeface="Barlow"/>
              <a:buChar char="●"/>
              <a:defRPr>
                <a:latin typeface="Barlow"/>
                <a:ea typeface="Barlow"/>
                <a:cs typeface="Barlow"/>
                <a:sym typeface="Barlow"/>
              </a:defRPr>
            </a:lvl4pPr>
            <a:lvl5pPr marL="3047848" lvl="4" indent="-423312">
              <a:spcBef>
                <a:spcPts val="0"/>
              </a:spcBef>
              <a:spcAft>
                <a:spcPts val="0"/>
              </a:spcAft>
              <a:buClr>
                <a:srgbClr val="DC0A84"/>
              </a:buClr>
              <a:buSzPts val="1400"/>
              <a:buFont typeface="Barlow"/>
              <a:buChar char="○"/>
              <a:defRPr>
                <a:latin typeface="Barlow"/>
                <a:ea typeface="Barlow"/>
                <a:cs typeface="Barlow"/>
                <a:sym typeface="Barlow"/>
              </a:defRPr>
            </a:lvl5pPr>
            <a:lvl6pPr marL="3657418" lvl="5" indent="-423312">
              <a:spcBef>
                <a:spcPts val="0"/>
              </a:spcBef>
              <a:spcAft>
                <a:spcPts val="0"/>
              </a:spcAft>
              <a:buClr>
                <a:srgbClr val="DC0A84"/>
              </a:buClr>
              <a:buSzPts val="1400"/>
              <a:buFont typeface="Barlow"/>
              <a:buChar char="■"/>
              <a:defRPr>
                <a:latin typeface="Barlow"/>
                <a:ea typeface="Barlow"/>
                <a:cs typeface="Barlow"/>
                <a:sym typeface="Barlow"/>
              </a:defRPr>
            </a:lvl6pPr>
            <a:lvl7pPr marL="4266987" lvl="6" indent="-423312">
              <a:spcBef>
                <a:spcPts val="0"/>
              </a:spcBef>
              <a:spcAft>
                <a:spcPts val="0"/>
              </a:spcAft>
              <a:buClr>
                <a:srgbClr val="DC0A84"/>
              </a:buClr>
              <a:buSzPts val="1400"/>
              <a:buFont typeface="Barlow"/>
              <a:buChar char="●"/>
              <a:defRPr>
                <a:latin typeface="Barlow"/>
                <a:ea typeface="Barlow"/>
                <a:cs typeface="Barlow"/>
                <a:sym typeface="Barlow"/>
              </a:defRPr>
            </a:lvl7pPr>
            <a:lvl8pPr marL="4876557" lvl="7" indent="-423312">
              <a:spcBef>
                <a:spcPts val="0"/>
              </a:spcBef>
              <a:spcAft>
                <a:spcPts val="0"/>
              </a:spcAft>
              <a:buClr>
                <a:srgbClr val="DC0A84"/>
              </a:buClr>
              <a:buSzPts val="1400"/>
              <a:buFont typeface="Barlow"/>
              <a:buChar char="○"/>
              <a:defRPr>
                <a:latin typeface="Barlow"/>
                <a:ea typeface="Barlow"/>
                <a:cs typeface="Barlow"/>
                <a:sym typeface="Barlow"/>
              </a:defRPr>
            </a:lvl8pPr>
            <a:lvl9pPr marL="5486126" lvl="8" indent="-423312">
              <a:spcBef>
                <a:spcPts val="0"/>
              </a:spcBef>
              <a:spcAft>
                <a:spcPts val="0"/>
              </a:spcAft>
              <a:buClr>
                <a:srgbClr val="DC0A84"/>
              </a:buClr>
              <a:buSzPts val="1400"/>
              <a:buFont typeface="Barlow"/>
              <a:buChar char="■"/>
              <a:defRPr>
                <a:latin typeface="Barlow"/>
                <a:ea typeface="Barlow"/>
                <a:cs typeface="Barlow"/>
                <a:sym typeface="Barlow"/>
              </a:defRPr>
            </a:lvl9pPr>
          </a:lstStyle>
          <a:p>
            <a:endParaRPr dirty="0"/>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pt-BR" smtClean="0"/>
              <a:pPr/>
              <a:t>‹nº›</a:t>
            </a:fld>
            <a:endParaRPr lang="pt-BR"/>
          </a:p>
        </p:txBody>
      </p:sp>
      <p:sp>
        <p:nvSpPr>
          <p:cNvPr id="5" name="Retângulo 4">
            <a:extLst>
              <a:ext uri="{FF2B5EF4-FFF2-40B4-BE49-F238E27FC236}">
                <a16:creationId xmlns:a16="http://schemas.microsoft.com/office/drawing/2014/main" id="{6FAED773-8D6C-4A3F-A76A-1389A39FC813}"/>
              </a:ext>
            </a:extLst>
          </p:cNvPr>
          <p:cNvSpPr/>
          <p:nvPr userDrawn="1"/>
        </p:nvSpPr>
        <p:spPr>
          <a:xfrm>
            <a:off x="9067800" y="90265"/>
            <a:ext cx="3035300" cy="171948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cSld>
  <p:clrMapOvr>
    <a:masterClrMapping/>
  </p:clrMapOvr>
  <p:extLst>
    <p:ext uri="{DCECCB84-F9BA-43D5-87BE-67443E8EF086}">
      <p15:sldGuideLst xmlns:p15="http://schemas.microsoft.com/office/powerpoint/2012/main">
        <p15:guide id="1" pos="453" userDrawn="1">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e corpo 1">
  <p:cSld name="TITLE_AND_BODY_1">
    <p:bg>
      <p:bgPr>
        <a:blipFill>
          <a:blip r:embed="rId2">
            <a:alphaModFix/>
          </a:blip>
          <a:stretch>
            <a:fillRect/>
          </a:stretch>
        </a:blipFill>
        <a:effectLst/>
      </p:bgPr>
    </p:bg>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720000" y="143333"/>
            <a:ext cx="8959600" cy="1267600"/>
          </a:xfrm>
          <a:prstGeom prst="rect">
            <a:avLst/>
          </a:prstGeom>
        </p:spPr>
        <p:txBody>
          <a:bodyPr spcFirstLastPara="1" wrap="square" lIns="91425" tIns="91425" rIns="91425" bIns="91425" anchor="ctr" anchorCtr="0">
            <a:normAutofit/>
          </a:bodyPr>
          <a:lstStyle>
            <a:lvl1pPr lvl="0" rtl="0">
              <a:spcBef>
                <a:spcPts val="0"/>
              </a:spcBef>
              <a:spcAft>
                <a:spcPts val="0"/>
              </a:spcAft>
              <a:buSzPts val="2000"/>
              <a:buFont typeface="Barlow SemiBold"/>
              <a:buNone/>
              <a:defRPr sz="2667">
                <a:latin typeface="Barlow SemiBold"/>
                <a:ea typeface="Barlow SemiBold"/>
                <a:cs typeface="Barlow SemiBold"/>
                <a:sym typeface="Barlow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720000" y="1569367"/>
            <a:ext cx="11308000" cy="4746000"/>
          </a:xfrm>
          <a:prstGeom prst="rect">
            <a:avLst/>
          </a:prstGeom>
        </p:spPr>
        <p:txBody>
          <a:bodyPr spcFirstLastPara="1" wrap="square" lIns="91425" tIns="91425" rIns="91425" bIns="91425" anchor="t" anchorCtr="0">
            <a:noAutofit/>
          </a:bodyPr>
          <a:lstStyle>
            <a:lvl1pPr marL="609570" lvl="0" indent="-457178" rtl="0">
              <a:spcBef>
                <a:spcPts val="0"/>
              </a:spcBef>
              <a:spcAft>
                <a:spcPts val="0"/>
              </a:spcAft>
              <a:buClr>
                <a:srgbClr val="DC0A84"/>
              </a:buClr>
              <a:buSzPts val="1800"/>
              <a:buFont typeface="Barlow"/>
              <a:buChar char="●"/>
              <a:defRPr>
                <a:latin typeface="Barlow"/>
                <a:ea typeface="Barlow"/>
                <a:cs typeface="Barlow"/>
                <a:sym typeface="Barlow"/>
              </a:defRPr>
            </a:lvl1pPr>
            <a:lvl2pPr marL="1219140" lvl="1" indent="-423312" rtl="0">
              <a:spcBef>
                <a:spcPts val="0"/>
              </a:spcBef>
              <a:spcAft>
                <a:spcPts val="0"/>
              </a:spcAft>
              <a:buClr>
                <a:srgbClr val="DC0A84"/>
              </a:buClr>
              <a:buSzPts val="1400"/>
              <a:buFont typeface="Barlow"/>
              <a:buChar char="○"/>
              <a:defRPr>
                <a:latin typeface="Barlow"/>
                <a:ea typeface="Barlow"/>
                <a:cs typeface="Barlow"/>
                <a:sym typeface="Barlow"/>
              </a:defRPr>
            </a:lvl2pPr>
            <a:lvl3pPr marL="1828709" lvl="2" indent="-423312" rtl="0">
              <a:spcBef>
                <a:spcPts val="0"/>
              </a:spcBef>
              <a:spcAft>
                <a:spcPts val="0"/>
              </a:spcAft>
              <a:buClr>
                <a:srgbClr val="DC0A84"/>
              </a:buClr>
              <a:buSzPts val="1400"/>
              <a:buFont typeface="Barlow"/>
              <a:buChar char="■"/>
              <a:defRPr>
                <a:latin typeface="Barlow"/>
                <a:ea typeface="Barlow"/>
                <a:cs typeface="Barlow"/>
                <a:sym typeface="Barlow"/>
              </a:defRPr>
            </a:lvl3pPr>
            <a:lvl4pPr marL="2438278" lvl="3" indent="-423312" rtl="0">
              <a:spcBef>
                <a:spcPts val="0"/>
              </a:spcBef>
              <a:spcAft>
                <a:spcPts val="0"/>
              </a:spcAft>
              <a:buClr>
                <a:srgbClr val="DC0A84"/>
              </a:buClr>
              <a:buSzPts val="1400"/>
              <a:buFont typeface="Barlow"/>
              <a:buChar char="●"/>
              <a:defRPr>
                <a:latin typeface="Barlow"/>
                <a:ea typeface="Barlow"/>
                <a:cs typeface="Barlow"/>
                <a:sym typeface="Barlow"/>
              </a:defRPr>
            </a:lvl4pPr>
            <a:lvl5pPr marL="3047848" lvl="4" indent="-423312" rtl="0">
              <a:spcBef>
                <a:spcPts val="0"/>
              </a:spcBef>
              <a:spcAft>
                <a:spcPts val="0"/>
              </a:spcAft>
              <a:buClr>
                <a:srgbClr val="DC0A84"/>
              </a:buClr>
              <a:buSzPts val="1400"/>
              <a:buFont typeface="Barlow"/>
              <a:buChar char="○"/>
              <a:defRPr>
                <a:latin typeface="Barlow"/>
                <a:ea typeface="Barlow"/>
                <a:cs typeface="Barlow"/>
                <a:sym typeface="Barlow"/>
              </a:defRPr>
            </a:lvl5pPr>
            <a:lvl6pPr marL="3657418" lvl="5" indent="-423312" rtl="0">
              <a:spcBef>
                <a:spcPts val="0"/>
              </a:spcBef>
              <a:spcAft>
                <a:spcPts val="0"/>
              </a:spcAft>
              <a:buClr>
                <a:srgbClr val="DC0A84"/>
              </a:buClr>
              <a:buSzPts val="1400"/>
              <a:buFont typeface="Barlow"/>
              <a:buChar char="■"/>
              <a:defRPr>
                <a:latin typeface="Barlow"/>
                <a:ea typeface="Barlow"/>
                <a:cs typeface="Barlow"/>
                <a:sym typeface="Barlow"/>
              </a:defRPr>
            </a:lvl6pPr>
            <a:lvl7pPr marL="4266987" lvl="6" indent="-423312" rtl="0">
              <a:spcBef>
                <a:spcPts val="0"/>
              </a:spcBef>
              <a:spcAft>
                <a:spcPts val="0"/>
              </a:spcAft>
              <a:buClr>
                <a:srgbClr val="DC0A84"/>
              </a:buClr>
              <a:buSzPts val="1400"/>
              <a:buFont typeface="Barlow"/>
              <a:buChar char="●"/>
              <a:defRPr>
                <a:latin typeface="Barlow"/>
                <a:ea typeface="Barlow"/>
                <a:cs typeface="Barlow"/>
                <a:sym typeface="Barlow"/>
              </a:defRPr>
            </a:lvl7pPr>
            <a:lvl8pPr marL="4876557" lvl="7" indent="-423312" rtl="0">
              <a:spcBef>
                <a:spcPts val="0"/>
              </a:spcBef>
              <a:spcAft>
                <a:spcPts val="0"/>
              </a:spcAft>
              <a:buClr>
                <a:srgbClr val="DC0A84"/>
              </a:buClr>
              <a:buSzPts val="1400"/>
              <a:buFont typeface="Barlow"/>
              <a:buChar char="○"/>
              <a:defRPr>
                <a:latin typeface="Barlow"/>
                <a:ea typeface="Barlow"/>
                <a:cs typeface="Barlow"/>
                <a:sym typeface="Barlow"/>
              </a:defRPr>
            </a:lvl8pPr>
            <a:lvl9pPr marL="5486126" lvl="8" indent="-423312" rtl="0">
              <a:spcBef>
                <a:spcPts val="0"/>
              </a:spcBef>
              <a:spcAft>
                <a:spcPts val="0"/>
              </a:spcAft>
              <a:buClr>
                <a:srgbClr val="DC0A84"/>
              </a:buClr>
              <a:buSzPts val="1400"/>
              <a:buFont typeface="Barlow"/>
              <a:buChar char="■"/>
              <a:defRPr>
                <a:latin typeface="Barlow"/>
                <a:ea typeface="Barlow"/>
                <a:cs typeface="Barlow"/>
                <a:sym typeface="Barlow"/>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pt-BR" smtClean="0"/>
              <a:pPr/>
              <a:t>‹nº›</a:t>
            </a:fld>
            <a:endParaRPr lang="pt-BR"/>
          </a:p>
        </p:txBody>
      </p:sp>
    </p:spTree>
  </p:cSld>
  <p:clrMapOvr>
    <a:masterClrMapping/>
  </p:clrMapOvr>
  <p:extLst>
    <p:ext uri="{DCECCB84-F9BA-43D5-87BE-67443E8EF086}">
      <p15:sldGuideLst xmlns:p15="http://schemas.microsoft.com/office/powerpoint/2012/main">
        <p15:guide id="1" pos="453" userDrawn="1">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20"/>
        <p:cNvGrpSpPr/>
        <p:nvPr/>
      </p:nvGrpSpPr>
      <p:grpSpPr>
        <a:xfrm>
          <a:off x="0" y="0"/>
          <a:ext cx="0" cy="0"/>
          <a:chOff x="0" y="0"/>
          <a:chExt cx="0" cy="0"/>
        </a:xfrm>
      </p:grpSpPr>
      <p:sp>
        <p:nvSpPr>
          <p:cNvPr id="21" name="Google Shape;21;p5"/>
          <p:cNvSpPr txBox="1">
            <a:spLocks noGrp="1"/>
          </p:cNvSpPr>
          <p:nvPr>
            <p:ph type="body" idx="1"/>
          </p:nvPr>
        </p:nvSpPr>
        <p:spPr>
          <a:xfrm>
            <a:off x="6745589" y="1536637"/>
            <a:ext cx="5333200" cy="4555200"/>
          </a:xfrm>
          <a:prstGeom prst="rect">
            <a:avLst/>
          </a:prstGeom>
        </p:spPr>
        <p:txBody>
          <a:bodyPr spcFirstLastPara="1" wrap="square" lIns="91425" tIns="91425" rIns="91425" bIns="91425" anchor="t" anchorCtr="0">
            <a:normAutofit/>
          </a:bodyPr>
          <a:lstStyle>
            <a:lvl1pPr marL="609570" lvl="0" indent="-423312" rtl="0">
              <a:spcBef>
                <a:spcPts val="0"/>
              </a:spcBef>
              <a:spcAft>
                <a:spcPts val="0"/>
              </a:spcAft>
              <a:buClr>
                <a:srgbClr val="DC0A84"/>
              </a:buClr>
              <a:buSzPts val="1400"/>
              <a:buFont typeface="Barlow"/>
              <a:buChar char="●"/>
              <a:defRPr sz="1867">
                <a:latin typeface="Barlow"/>
                <a:ea typeface="Barlow"/>
                <a:cs typeface="Barlow"/>
                <a:sym typeface="Barlow"/>
              </a:defRPr>
            </a:lvl1pPr>
            <a:lvl2pPr marL="1219140" lvl="1" indent="-406381" rtl="0">
              <a:spcBef>
                <a:spcPts val="0"/>
              </a:spcBef>
              <a:spcAft>
                <a:spcPts val="0"/>
              </a:spcAft>
              <a:buClr>
                <a:srgbClr val="DC0A84"/>
              </a:buClr>
              <a:buSzPts val="1200"/>
              <a:buFont typeface="Barlow"/>
              <a:buChar char="○"/>
              <a:defRPr sz="1600">
                <a:latin typeface="Barlow"/>
                <a:ea typeface="Barlow"/>
                <a:cs typeface="Barlow"/>
                <a:sym typeface="Barlow"/>
              </a:defRPr>
            </a:lvl2pPr>
            <a:lvl3pPr marL="1828709" lvl="2" indent="-406381" rtl="0">
              <a:spcBef>
                <a:spcPts val="0"/>
              </a:spcBef>
              <a:spcAft>
                <a:spcPts val="0"/>
              </a:spcAft>
              <a:buClr>
                <a:srgbClr val="DC0A84"/>
              </a:buClr>
              <a:buSzPts val="1200"/>
              <a:buFont typeface="Barlow"/>
              <a:buChar char="■"/>
              <a:defRPr sz="1600">
                <a:latin typeface="Barlow"/>
                <a:ea typeface="Barlow"/>
                <a:cs typeface="Barlow"/>
                <a:sym typeface="Barlow"/>
              </a:defRPr>
            </a:lvl3pPr>
            <a:lvl4pPr marL="2438278" lvl="3" indent="-406381" rtl="0">
              <a:spcBef>
                <a:spcPts val="0"/>
              </a:spcBef>
              <a:spcAft>
                <a:spcPts val="0"/>
              </a:spcAft>
              <a:buClr>
                <a:srgbClr val="DC0A84"/>
              </a:buClr>
              <a:buSzPts val="1200"/>
              <a:buFont typeface="Barlow"/>
              <a:buChar char="●"/>
              <a:defRPr sz="1600">
                <a:latin typeface="Barlow"/>
                <a:ea typeface="Barlow"/>
                <a:cs typeface="Barlow"/>
                <a:sym typeface="Barlow"/>
              </a:defRPr>
            </a:lvl4pPr>
            <a:lvl5pPr marL="3047848" lvl="4" indent="-406381" rtl="0">
              <a:spcBef>
                <a:spcPts val="0"/>
              </a:spcBef>
              <a:spcAft>
                <a:spcPts val="0"/>
              </a:spcAft>
              <a:buClr>
                <a:srgbClr val="DC0A84"/>
              </a:buClr>
              <a:buSzPts val="1200"/>
              <a:buFont typeface="Barlow"/>
              <a:buChar char="○"/>
              <a:defRPr sz="1600">
                <a:latin typeface="Barlow"/>
                <a:ea typeface="Barlow"/>
                <a:cs typeface="Barlow"/>
                <a:sym typeface="Barlow"/>
              </a:defRPr>
            </a:lvl5pPr>
            <a:lvl6pPr marL="3657418" lvl="5" indent="-406381" rtl="0">
              <a:spcBef>
                <a:spcPts val="0"/>
              </a:spcBef>
              <a:spcAft>
                <a:spcPts val="0"/>
              </a:spcAft>
              <a:buClr>
                <a:srgbClr val="DC0A84"/>
              </a:buClr>
              <a:buSzPts val="1200"/>
              <a:buFont typeface="Barlow"/>
              <a:buChar char="■"/>
              <a:defRPr sz="1600">
                <a:latin typeface="Barlow"/>
                <a:ea typeface="Barlow"/>
                <a:cs typeface="Barlow"/>
                <a:sym typeface="Barlow"/>
              </a:defRPr>
            </a:lvl6pPr>
            <a:lvl7pPr marL="4266987" lvl="6" indent="-406381" rtl="0">
              <a:spcBef>
                <a:spcPts val="0"/>
              </a:spcBef>
              <a:spcAft>
                <a:spcPts val="0"/>
              </a:spcAft>
              <a:buClr>
                <a:srgbClr val="DC0A84"/>
              </a:buClr>
              <a:buSzPts val="1200"/>
              <a:buFont typeface="Barlow"/>
              <a:buChar char="●"/>
              <a:defRPr sz="1600">
                <a:latin typeface="Barlow"/>
                <a:ea typeface="Barlow"/>
                <a:cs typeface="Barlow"/>
                <a:sym typeface="Barlow"/>
              </a:defRPr>
            </a:lvl7pPr>
            <a:lvl8pPr marL="4876557" lvl="7" indent="-406381" rtl="0">
              <a:spcBef>
                <a:spcPts val="0"/>
              </a:spcBef>
              <a:spcAft>
                <a:spcPts val="0"/>
              </a:spcAft>
              <a:buClr>
                <a:srgbClr val="DC0A84"/>
              </a:buClr>
              <a:buSzPts val="1200"/>
              <a:buFont typeface="Barlow"/>
              <a:buChar char="○"/>
              <a:defRPr sz="1600">
                <a:latin typeface="Barlow"/>
                <a:ea typeface="Barlow"/>
                <a:cs typeface="Barlow"/>
                <a:sym typeface="Barlow"/>
              </a:defRPr>
            </a:lvl8pPr>
            <a:lvl9pPr marL="5486126" lvl="8" indent="-406381" rtl="0">
              <a:spcBef>
                <a:spcPts val="0"/>
              </a:spcBef>
              <a:spcAft>
                <a:spcPts val="0"/>
              </a:spcAft>
              <a:buClr>
                <a:srgbClr val="DC0A84"/>
              </a:buClr>
              <a:buSzPts val="1200"/>
              <a:buFont typeface="Barlow"/>
              <a:buChar char="■"/>
              <a:defRPr sz="1600">
                <a:latin typeface="Barlow"/>
                <a:ea typeface="Barlow"/>
                <a:cs typeface="Barlow"/>
                <a:sym typeface="Barlow"/>
              </a:defRPr>
            </a:lvl9pPr>
          </a:lstStyle>
          <a:p>
            <a:endParaRPr/>
          </a:p>
        </p:txBody>
      </p:sp>
      <p:sp>
        <p:nvSpPr>
          <p:cNvPr id="22" name="Google Shape;22;p5"/>
          <p:cNvSpPr txBox="1">
            <a:spLocks noGrp="1"/>
          </p:cNvSpPr>
          <p:nvPr>
            <p:ph type="body" idx="2"/>
          </p:nvPr>
        </p:nvSpPr>
        <p:spPr>
          <a:xfrm>
            <a:off x="720000" y="1536633"/>
            <a:ext cx="5333200" cy="4555200"/>
          </a:xfrm>
          <a:prstGeom prst="rect">
            <a:avLst/>
          </a:prstGeom>
        </p:spPr>
        <p:txBody>
          <a:bodyPr spcFirstLastPara="1" wrap="square" lIns="91425" tIns="91425" rIns="91425" bIns="91425" anchor="t" anchorCtr="0">
            <a:normAutofit/>
          </a:bodyPr>
          <a:lstStyle>
            <a:lvl1pPr marL="609570" lvl="0" indent="-423312">
              <a:spcBef>
                <a:spcPts val="0"/>
              </a:spcBef>
              <a:spcAft>
                <a:spcPts val="0"/>
              </a:spcAft>
              <a:buClr>
                <a:srgbClr val="DC0A84"/>
              </a:buClr>
              <a:buSzPts val="1400"/>
              <a:buFont typeface="Barlow"/>
              <a:buChar char="●"/>
              <a:defRPr sz="1867">
                <a:latin typeface="Barlow"/>
                <a:ea typeface="Barlow"/>
                <a:cs typeface="Barlow"/>
                <a:sym typeface="Barlow"/>
              </a:defRPr>
            </a:lvl1pPr>
            <a:lvl2pPr marL="1219140" lvl="1" indent="-406381">
              <a:spcBef>
                <a:spcPts val="0"/>
              </a:spcBef>
              <a:spcAft>
                <a:spcPts val="0"/>
              </a:spcAft>
              <a:buClr>
                <a:srgbClr val="DC0A84"/>
              </a:buClr>
              <a:buSzPts val="1200"/>
              <a:buFont typeface="Barlow"/>
              <a:buChar char="○"/>
              <a:defRPr sz="1600">
                <a:latin typeface="Barlow"/>
                <a:ea typeface="Barlow"/>
                <a:cs typeface="Barlow"/>
                <a:sym typeface="Barlow"/>
              </a:defRPr>
            </a:lvl2pPr>
            <a:lvl3pPr marL="1828709" lvl="2" indent="-406381">
              <a:spcBef>
                <a:spcPts val="0"/>
              </a:spcBef>
              <a:spcAft>
                <a:spcPts val="0"/>
              </a:spcAft>
              <a:buClr>
                <a:srgbClr val="DC0A84"/>
              </a:buClr>
              <a:buSzPts val="1200"/>
              <a:buFont typeface="Barlow"/>
              <a:buChar char="■"/>
              <a:defRPr sz="1600">
                <a:latin typeface="Barlow"/>
                <a:ea typeface="Barlow"/>
                <a:cs typeface="Barlow"/>
                <a:sym typeface="Barlow"/>
              </a:defRPr>
            </a:lvl3pPr>
            <a:lvl4pPr marL="2438278" lvl="3" indent="-406381">
              <a:spcBef>
                <a:spcPts val="0"/>
              </a:spcBef>
              <a:spcAft>
                <a:spcPts val="0"/>
              </a:spcAft>
              <a:buClr>
                <a:srgbClr val="DC0A84"/>
              </a:buClr>
              <a:buSzPts val="1200"/>
              <a:buFont typeface="Barlow"/>
              <a:buChar char="●"/>
              <a:defRPr sz="1600">
                <a:latin typeface="Barlow"/>
                <a:ea typeface="Barlow"/>
                <a:cs typeface="Barlow"/>
                <a:sym typeface="Barlow"/>
              </a:defRPr>
            </a:lvl4pPr>
            <a:lvl5pPr marL="3047848" lvl="4" indent="-406381">
              <a:spcBef>
                <a:spcPts val="0"/>
              </a:spcBef>
              <a:spcAft>
                <a:spcPts val="0"/>
              </a:spcAft>
              <a:buClr>
                <a:srgbClr val="DC0A84"/>
              </a:buClr>
              <a:buSzPts val="1200"/>
              <a:buFont typeface="Barlow"/>
              <a:buChar char="○"/>
              <a:defRPr sz="1600">
                <a:latin typeface="Barlow"/>
                <a:ea typeface="Barlow"/>
                <a:cs typeface="Barlow"/>
                <a:sym typeface="Barlow"/>
              </a:defRPr>
            </a:lvl5pPr>
            <a:lvl6pPr marL="3657418" lvl="5" indent="-406381">
              <a:spcBef>
                <a:spcPts val="0"/>
              </a:spcBef>
              <a:spcAft>
                <a:spcPts val="0"/>
              </a:spcAft>
              <a:buClr>
                <a:srgbClr val="DC0A84"/>
              </a:buClr>
              <a:buSzPts val="1200"/>
              <a:buFont typeface="Barlow"/>
              <a:buChar char="■"/>
              <a:defRPr sz="1600">
                <a:latin typeface="Barlow"/>
                <a:ea typeface="Barlow"/>
                <a:cs typeface="Barlow"/>
                <a:sym typeface="Barlow"/>
              </a:defRPr>
            </a:lvl6pPr>
            <a:lvl7pPr marL="4266987" lvl="6" indent="-406381">
              <a:spcBef>
                <a:spcPts val="0"/>
              </a:spcBef>
              <a:spcAft>
                <a:spcPts val="0"/>
              </a:spcAft>
              <a:buClr>
                <a:srgbClr val="DC0A84"/>
              </a:buClr>
              <a:buSzPts val="1200"/>
              <a:buFont typeface="Barlow"/>
              <a:buChar char="●"/>
              <a:defRPr sz="1600">
                <a:latin typeface="Barlow"/>
                <a:ea typeface="Barlow"/>
                <a:cs typeface="Barlow"/>
                <a:sym typeface="Barlow"/>
              </a:defRPr>
            </a:lvl7pPr>
            <a:lvl8pPr marL="4876557" lvl="7" indent="-406381">
              <a:spcBef>
                <a:spcPts val="0"/>
              </a:spcBef>
              <a:spcAft>
                <a:spcPts val="0"/>
              </a:spcAft>
              <a:buClr>
                <a:srgbClr val="DC0A84"/>
              </a:buClr>
              <a:buSzPts val="1200"/>
              <a:buFont typeface="Barlow"/>
              <a:buChar char="○"/>
              <a:defRPr sz="1600">
                <a:latin typeface="Barlow"/>
                <a:ea typeface="Barlow"/>
                <a:cs typeface="Barlow"/>
                <a:sym typeface="Barlow"/>
              </a:defRPr>
            </a:lvl8pPr>
            <a:lvl9pPr marL="5486126" lvl="8" indent="-406381">
              <a:spcBef>
                <a:spcPts val="0"/>
              </a:spcBef>
              <a:spcAft>
                <a:spcPts val="0"/>
              </a:spcAft>
              <a:buClr>
                <a:srgbClr val="DC0A84"/>
              </a:buClr>
              <a:buSzPts val="1200"/>
              <a:buFont typeface="Barlow"/>
              <a:buChar char="■"/>
              <a:defRPr sz="1600">
                <a:latin typeface="Barlow"/>
                <a:ea typeface="Barlow"/>
                <a:cs typeface="Barlow"/>
                <a:sym typeface="Barlow"/>
              </a:defRPr>
            </a:lvl9pPr>
          </a:lstStyle>
          <a:p>
            <a:endParaRPr/>
          </a:p>
        </p:txBody>
      </p:sp>
      <p:sp>
        <p:nvSpPr>
          <p:cNvPr id="23" name="Google Shape;23;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pt-BR" smtClean="0"/>
              <a:pPr/>
              <a:t>‹nº›</a:t>
            </a:fld>
            <a:endParaRPr lang="pt-BR"/>
          </a:p>
        </p:txBody>
      </p:sp>
      <p:sp>
        <p:nvSpPr>
          <p:cNvPr id="24" name="Google Shape;24;p5"/>
          <p:cNvSpPr txBox="1">
            <a:spLocks noGrp="1"/>
          </p:cNvSpPr>
          <p:nvPr>
            <p:ph type="title"/>
          </p:nvPr>
        </p:nvSpPr>
        <p:spPr>
          <a:xfrm>
            <a:off x="720000" y="143333"/>
            <a:ext cx="8959600" cy="1267600"/>
          </a:xfrm>
          <a:prstGeom prst="rect">
            <a:avLst/>
          </a:prstGeom>
        </p:spPr>
        <p:txBody>
          <a:bodyPr spcFirstLastPara="1" wrap="square" lIns="91425" tIns="91425" rIns="91425" bIns="91425" anchor="ctr" anchorCtr="0">
            <a:normAutofit/>
          </a:bodyPr>
          <a:lstStyle>
            <a:lvl1pPr lvl="0" rtl="0">
              <a:spcBef>
                <a:spcPts val="0"/>
              </a:spcBef>
              <a:spcAft>
                <a:spcPts val="0"/>
              </a:spcAft>
              <a:buSzPts val="2000"/>
              <a:buFont typeface="Barlow SemiBold"/>
              <a:buNone/>
              <a:defRPr sz="2667">
                <a:latin typeface="Barlow SemiBold"/>
                <a:ea typeface="Barlow SemiBold"/>
                <a:cs typeface="Barlow SemiBold"/>
                <a:sym typeface="Barlow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extLst>
    <p:ext uri="{DCECCB84-F9BA-43D5-87BE-67443E8EF086}">
      <p15:sldGuideLst xmlns:p15="http://schemas.microsoft.com/office/powerpoint/2012/main">
        <p15:guide id="1" pos="453" userDrawn="1">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653667" y="600200"/>
            <a:ext cx="7634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Font typeface="Barlow SemiBold"/>
              <a:buNone/>
              <a:defRPr sz="6400">
                <a:latin typeface="Barlow SemiBold"/>
                <a:ea typeface="Barlow SemiBold"/>
                <a:cs typeface="Barlow SemiBold"/>
                <a:sym typeface="Barlow SemiBold"/>
              </a:defRPr>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pt-BR" smtClean="0"/>
              <a:pPr/>
              <a:t>‹nº›</a:t>
            </a:fld>
            <a:endParaRPr lang="pt-BR"/>
          </a:p>
        </p:txBody>
      </p:sp>
    </p:spTree>
  </p:cSld>
  <p:clrMapOvr>
    <a:masterClrMapping/>
  </p:clrMapOvr>
  <p:extLst>
    <p:ext uri="{DCECCB84-F9BA-43D5-87BE-67443E8EF086}">
      <p15:sldGuideLst xmlns:p15="http://schemas.microsoft.com/office/powerpoint/2012/main">
        <p15:guide id="1" pos="5288" userDrawn="1">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8"/>
        <p:cNvGrpSpPr/>
        <p:nvPr/>
      </p:nvGrpSpPr>
      <p:grpSpPr>
        <a:xfrm>
          <a:off x="0" y="0"/>
          <a:ext cx="0" cy="0"/>
          <a:chOff x="0" y="0"/>
          <a:chExt cx="0" cy="0"/>
        </a:xfrm>
      </p:grpSpPr>
      <p:sp>
        <p:nvSpPr>
          <p:cNvPr id="29" name="Google Shape;29;p7"/>
          <p:cNvSpPr/>
          <p:nvPr/>
        </p:nvSpPr>
        <p:spPr>
          <a:xfrm>
            <a:off x="6096000" y="-167"/>
            <a:ext cx="6096000" cy="6858000"/>
          </a:xfrm>
          <a:prstGeom prst="rect">
            <a:avLst/>
          </a:prstGeom>
          <a:solidFill>
            <a:srgbClr val="29327A"/>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89"/>
          </a:p>
        </p:txBody>
      </p:sp>
      <p:sp>
        <p:nvSpPr>
          <p:cNvPr id="30" name="Google Shape;30;p7"/>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Font typeface="Barlow SemiBold"/>
              <a:buNone/>
              <a:defRPr sz="5600">
                <a:latin typeface="Barlow SemiBold"/>
                <a:ea typeface="Barlow SemiBold"/>
                <a:cs typeface="Barlow SemiBold"/>
                <a:sym typeface="Barlow SemiBold"/>
              </a:defRPr>
            </a:lvl1pPr>
            <a:lvl2pPr lvl="1" algn="ctr">
              <a:spcBef>
                <a:spcPts val="0"/>
              </a:spcBef>
              <a:spcAft>
                <a:spcPts val="0"/>
              </a:spcAft>
              <a:buSzPts val="4200"/>
              <a:buFont typeface="Barlow SemiBold"/>
              <a:buNone/>
              <a:defRPr sz="5600">
                <a:latin typeface="Barlow SemiBold"/>
                <a:ea typeface="Barlow SemiBold"/>
                <a:cs typeface="Barlow SemiBold"/>
                <a:sym typeface="Barlow SemiBold"/>
              </a:defRPr>
            </a:lvl2pPr>
            <a:lvl3pPr lvl="2" algn="ctr">
              <a:spcBef>
                <a:spcPts val="0"/>
              </a:spcBef>
              <a:spcAft>
                <a:spcPts val="0"/>
              </a:spcAft>
              <a:buSzPts val="4200"/>
              <a:buFont typeface="Barlow SemiBold"/>
              <a:buNone/>
              <a:defRPr sz="5600">
                <a:latin typeface="Barlow SemiBold"/>
                <a:ea typeface="Barlow SemiBold"/>
                <a:cs typeface="Barlow SemiBold"/>
                <a:sym typeface="Barlow SemiBold"/>
              </a:defRPr>
            </a:lvl3pPr>
            <a:lvl4pPr lvl="3" algn="ctr">
              <a:spcBef>
                <a:spcPts val="0"/>
              </a:spcBef>
              <a:spcAft>
                <a:spcPts val="0"/>
              </a:spcAft>
              <a:buSzPts val="4200"/>
              <a:buFont typeface="Barlow SemiBold"/>
              <a:buNone/>
              <a:defRPr sz="5600">
                <a:latin typeface="Barlow SemiBold"/>
                <a:ea typeface="Barlow SemiBold"/>
                <a:cs typeface="Barlow SemiBold"/>
                <a:sym typeface="Barlow SemiBold"/>
              </a:defRPr>
            </a:lvl4pPr>
            <a:lvl5pPr lvl="4" algn="ctr">
              <a:spcBef>
                <a:spcPts val="0"/>
              </a:spcBef>
              <a:spcAft>
                <a:spcPts val="0"/>
              </a:spcAft>
              <a:buSzPts val="4200"/>
              <a:buFont typeface="Barlow SemiBold"/>
              <a:buNone/>
              <a:defRPr sz="5600">
                <a:latin typeface="Barlow SemiBold"/>
                <a:ea typeface="Barlow SemiBold"/>
                <a:cs typeface="Barlow SemiBold"/>
                <a:sym typeface="Barlow SemiBold"/>
              </a:defRPr>
            </a:lvl5pPr>
            <a:lvl6pPr lvl="5" algn="ctr">
              <a:spcBef>
                <a:spcPts val="0"/>
              </a:spcBef>
              <a:spcAft>
                <a:spcPts val="0"/>
              </a:spcAft>
              <a:buSzPts val="4200"/>
              <a:buFont typeface="Barlow SemiBold"/>
              <a:buNone/>
              <a:defRPr sz="5600">
                <a:latin typeface="Barlow SemiBold"/>
                <a:ea typeface="Barlow SemiBold"/>
                <a:cs typeface="Barlow SemiBold"/>
                <a:sym typeface="Barlow SemiBold"/>
              </a:defRPr>
            </a:lvl6pPr>
            <a:lvl7pPr lvl="6" algn="ctr">
              <a:spcBef>
                <a:spcPts val="0"/>
              </a:spcBef>
              <a:spcAft>
                <a:spcPts val="0"/>
              </a:spcAft>
              <a:buSzPts val="4200"/>
              <a:buFont typeface="Barlow SemiBold"/>
              <a:buNone/>
              <a:defRPr sz="5600">
                <a:latin typeface="Barlow SemiBold"/>
                <a:ea typeface="Barlow SemiBold"/>
                <a:cs typeface="Barlow SemiBold"/>
                <a:sym typeface="Barlow SemiBold"/>
              </a:defRPr>
            </a:lvl7pPr>
            <a:lvl8pPr lvl="7" algn="ctr">
              <a:spcBef>
                <a:spcPts val="0"/>
              </a:spcBef>
              <a:spcAft>
                <a:spcPts val="0"/>
              </a:spcAft>
              <a:buSzPts val="4200"/>
              <a:buFont typeface="Barlow SemiBold"/>
              <a:buNone/>
              <a:defRPr sz="5600">
                <a:latin typeface="Barlow SemiBold"/>
                <a:ea typeface="Barlow SemiBold"/>
                <a:cs typeface="Barlow SemiBold"/>
                <a:sym typeface="Barlow SemiBold"/>
              </a:defRPr>
            </a:lvl8pPr>
            <a:lvl9pPr lvl="8" algn="ctr">
              <a:spcBef>
                <a:spcPts val="0"/>
              </a:spcBef>
              <a:spcAft>
                <a:spcPts val="0"/>
              </a:spcAft>
              <a:buSzPts val="4200"/>
              <a:buFont typeface="Barlow SemiBold"/>
              <a:buNone/>
              <a:defRPr sz="5600">
                <a:latin typeface="Barlow SemiBold"/>
                <a:ea typeface="Barlow SemiBold"/>
                <a:cs typeface="Barlow SemiBold"/>
                <a:sym typeface="Barlow SemiBold"/>
              </a:defRPr>
            </a:lvl9pPr>
          </a:lstStyle>
          <a:p>
            <a:endParaRPr/>
          </a:p>
        </p:txBody>
      </p:sp>
      <p:sp>
        <p:nvSpPr>
          <p:cNvPr id="31" name="Google Shape;31;p7"/>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Barlow"/>
              <a:buNone/>
              <a:defRPr sz="2800">
                <a:latin typeface="Barlow"/>
                <a:ea typeface="Barlow"/>
                <a:cs typeface="Barlow"/>
                <a:sym typeface="Barlow"/>
              </a:defRPr>
            </a:lvl1pPr>
            <a:lvl2pPr lvl="1" algn="ctr">
              <a:lnSpc>
                <a:spcPct val="100000"/>
              </a:lnSpc>
              <a:spcBef>
                <a:spcPts val="0"/>
              </a:spcBef>
              <a:spcAft>
                <a:spcPts val="0"/>
              </a:spcAft>
              <a:buSzPts val="2100"/>
              <a:buFont typeface="Barlow"/>
              <a:buNone/>
              <a:defRPr sz="2800">
                <a:latin typeface="Barlow"/>
                <a:ea typeface="Barlow"/>
                <a:cs typeface="Barlow"/>
                <a:sym typeface="Barlow"/>
              </a:defRPr>
            </a:lvl2pPr>
            <a:lvl3pPr lvl="2" algn="ctr">
              <a:lnSpc>
                <a:spcPct val="100000"/>
              </a:lnSpc>
              <a:spcBef>
                <a:spcPts val="0"/>
              </a:spcBef>
              <a:spcAft>
                <a:spcPts val="0"/>
              </a:spcAft>
              <a:buSzPts val="2100"/>
              <a:buFont typeface="Barlow"/>
              <a:buNone/>
              <a:defRPr sz="2800">
                <a:latin typeface="Barlow"/>
                <a:ea typeface="Barlow"/>
                <a:cs typeface="Barlow"/>
                <a:sym typeface="Barlow"/>
              </a:defRPr>
            </a:lvl3pPr>
            <a:lvl4pPr lvl="3" algn="ctr">
              <a:lnSpc>
                <a:spcPct val="100000"/>
              </a:lnSpc>
              <a:spcBef>
                <a:spcPts val="0"/>
              </a:spcBef>
              <a:spcAft>
                <a:spcPts val="0"/>
              </a:spcAft>
              <a:buSzPts val="2100"/>
              <a:buFont typeface="Barlow"/>
              <a:buNone/>
              <a:defRPr sz="2800">
                <a:latin typeface="Barlow"/>
                <a:ea typeface="Barlow"/>
                <a:cs typeface="Barlow"/>
                <a:sym typeface="Barlow"/>
              </a:defRPr>
            </a:lvl4pPr>
            <a:lvl5pPr lvl="4" algn="ctr">
              <a:lnSpc>
                <a:spcPct val="100000"/>
              </a:lnSpc>
              <a:spcBef>
                <a:spcPts val="0"/>
              </a:spcBef>
              <a:spcAft>
                <a:spcPts val="0"/>
              </a:spcAft>
              <a:buSzPts val="2100"/>
              <a:buFont typeface="Barlow"/>
              <a:buNone/>
              <a:defRPr sz="2800">
                <a:latin typeface="Barlow"/>
                <a:ea typeface="Barlow"/>
                <a:cs typeface="Barlow"/>
                <a:sym typeface="Barlow"/>
              </a:defRPr>
            </a:lvl5pPr>
            <a:lvl6pPr lvl="5" algn="ctr">
              <a:lnSpc>
                <a:spcPct val="100000"/>
              </a:lnSpc>
              <a:spcBef>
                <a:spcPts val="0"/>
              </a:spcBef>
              <a:spcAft>
                <a:spcPts val="0"/>
              </a:spcAft>
              <a:buSzPts val="2100"/>
              <a:buFont typeface="Barlow"/>
              <a:buNone/>
              <a:defRPr sz="2800">
                <a:latin typeface="Barlow"/>
                <a:ea typeface="Barlow"/>
                <a:cs typeface="Barlow"/>
                <a:sym typeface="Barlow"/>
              </a:defRPr>
            </a:lvl6pPr>
            <a:lvl7pPr lvl="6" algn="ctr">
              <a:lnSpc>
                <a:spcPct val="100000"/>
              </a:lnSpc>
              <a:spcBef>
                <a:spcPts val="0"/>
              </a:spcBef>
              <a:spcAft>
                <a:spcPts val="0"/>
              </a:spcAft>
              <a:buSzPts val="2100"/>
              <a:buFont typeface="Barlow"/>
              <a:buNone/>
              <a:defRPr sz="2800">
                <a:latin typeface="Barlow"/>
                <a:ea typeface="Barlow"/>
                <a:cs typeface="Barlow"/>
                <a:sym typeface="Barlow"/>
              </a:defRPr>
            </a:lvl7pPr>
            <a:lvl8pPr lvl="7" algn="ctr">
              <a:lnSpc>
                <a:spcPct val="100000"/>
              </a:lnSpc>
              <a:spcBef>
                <a:spcPts val="0"/>
              </a:spcBef>
              <a:spcAft>
                <a:spcPts val="0"/>
              </a:spcAft>
              <a:buSzPts val="2100"/>
              <a:buFont typeface="Barlow"/>
              <a:buNone/>
              <a:defRPr sz="2800">
                <a:latin typeface="Barlow"/>
                <a:ea typeface="Barlow"/>
                <a:cs typeface="Barlow"/>
                <a:sym typeface="Barlow"/>
              </a:defRPr>
            </a:lvl8pPr>
            <a:lvl9pPr lvl="8" algn="ctr">
              <a:lnSpc>
                <a:spcPct val="100000"/>
              </a:lnSpc>
              <a:spcBef>
                <a:spcPts val="0"/>
              </a:spcBef>
              <a:spcAft>
                <a:spcPts val="0"/>
              </a:spcAft>
              <a:buSzPts val="2100"/>
              <a:buFont typeface="Barlow"/>
              <a:buNone/>
              <a:defRPr sz="2800">
                <a:latin typeface="Barlow"/>
                <a:ea typeface="Barlow"/>
                <a:cs typeface="Barlow"/>
                <a:sym typeface="Barlow"/>
              </a:defRPr>
            </a:lvl9pPr>
          </a:lstStyle>
          <a:p>
            <a:endParaRPr/>
          </a:p>
        </p:txBody>
      </p:sp>
      <p:sp>
        <p:nvSpPr>
          <p:cNvPr id="32" name="Google Shape;32;p7"/>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70" lvl="0" indent="-457178">
              <a:spcBef>
                <a:spcPts val="0"/>
              </a:spcBef>
              <a:spcAft>
                <a:spcPts val="0"/>
              </a:spcAft>
              <a:buClr>
                <a:srgbClr val="FFFFFF"/>
              </a:buClr>
              <a:buSzPts val="1800"/>
              <a:buFont typeface="Barlow"/>
              <a:buChar char="●"/>
              <a:defRPr>
                <a:solidFill>
                  <a:srgbClr val="FFFFFF"/>
                </a:solidFill>
                <a:latin typeface="Barlow"/>
                <a:ea typeface="Barlow"/>
                <a:cs typeface="Barlow"/>
                <a:sym typeface="Barlow"/>
              </a:defRPr>
            </a:lvl1pPr>
            <a:lvl2pPr marL="1219140" lvl="1" indent="-423312">
              <a:spcBef>
                <a:spcPts val="0"/>
              </a:spcBef>
              <a:spcAft>
                <a:spcPts val="0"/>
              </a:spcAft>
              <a:buClr>
                <a:srgbClr val="FFFFFF"/>
              </a:buClr>
              <a:buSzPts val="1400"/>
              <a:buFont typeface="Barlow"/>
              <a:buChar char="○"/>
              <a:defRPr>
                <a:solidFill>
                  <a:srgbClr val="FFFFFF"/>
                </a:solidFill>
                <a:latin typeface="Barlow"/>
                <a:ea typeface="Barlow"/>
                <a:cs typeface="Barlow"/>
                <a:sym typeface="Barlow"/>
              </a:defRPr>
            </a:lvl2pPr>
            <a:lvl3pPr marL="1828709" lvl="2" indent="-423312">
              <a:spcBef>
                <a:spcPts val="0"/>
              </a:spcBef>
              <a:spcAft>
                <a:spcPts val="0"/>
              </a:spcAft>
              <a:buClr>
                <a:srgbClr val="FFFFFF"/>
              </a:buClr>
              <a:buSzPts val="1400"/>
              <a:buFont typeface="Barlow"/>
              <a:buChar char="■"/>
              <a:defRPr>
                <a:solidFill>
                  <a:srgbClr val="FFFFFF"/>
                </a:solidFill>
                <a:latin typeface="Barlow"/>
                <a:ea typeface="Barlow"/>
                <a:cs typeface="Barlow"/>
                <a:sym typeface="Barlow"/>
              </a:defRPr>
            </a:lvl3pPr>
            <a:lvl4pPr marL="2438278" lvl="3" indent="-423312">
              <a:spcBef>
                <a:spcPts val="0"/>
              </a:spcBef>
              <a:spcAft>
                <a:spcPts val="0"/>
              </a:spcAft>
              <a:buClr>
                <a:srgbClr val="FFFFFF"/>
              </a:buClr>
              <a:buSzPts val="1400"/>
              <a:buFont typeface="Barlow"/>
              <a:buChar char="●"/>
              <a:defRPr>
                <a:solidFill>
                  <a:srgbClr val="FFFFFF"/>
                </a:solidFill>
                <a:latin typeface="Barlow"/>
                <a:ea typeface="Barlow"/>
                <a:cs typeface="Barlow"/>
                <a:sym typeface="Barlow"/>
              </a:defRPr>
            </a:lvl4pPr>
            <a:lvl5pPr marL="3047848" lvl="4" indent="-423312">
              <a:spcBef>
                <a:spcPts val="0"/>
              </a:spcBef>
              <a:spcAft>
                <a:spcPts val="0"/>
              </a:spcAft>
              <a:buClr>
                <a:srgbClr val="FFFFFF"/>
              </a:buClr>
              <a:buSzPts val="1400"/>
              <a:buFont typeface="Barlow"/>
              <a:buChar char="○"/>
              <a:defRPr>
                <a:solidFill>
                  <a:srgbClr val="FFFFFF"/>
                </a:solidFill>
                <a:latin typeface="Barlow"/>
                <a:ea typeface="Barlow"/>
                <a:cs typeface="Barlow"/>
                <a:sym typeface="Barlow"/>
              </a:defRPr>
            </a:lvl5pPr>
            <a:lvl6pPr marL="3657418" lvl="5" indent="-423312">
              <a:spcBef>
                <a:spcPts val="0"/>
              </a:spcBef>
              <a:spcAft>
                <a:spcPts val="0"/>
              </a:spcAft>
              <a:buClr>
                <a:srgbClr val="FFFFFF"/>
              </a:buClr>
              <a:buSzPts val="1400"/>
              <a:buFont typeface="Barlow"/>
              <a:buChar char="■"/>
              <a:defRPr>
                <a:solidFill>
                  <a:srgbClr val="FFFFFF"/>
                </a:solidFill>
                <a:latin typeface="Barlow"/>
                <a:ea typeface="Barlow"/>
                <a:cs typeface="Barlow"/>
                <a:sym typeface="Barlow"/>
              </a:defRPr>
            </a:lvl6pPr>
            <a:lvl7pPr marL="4266987" lvl="6" indent="-423312">
              <a:spcBef>
                <a:spcPts val="0"/>
              </a:spcBef>
              <a:spcAft>
                <a:spcPts val="0"/>
              </a:spcAft>
              <a:buClr>
                <a:srgbClr val="FFFFFF"/>
              </a:buClr>
              <a:buSzPts val="1400"/>
              <a:buFont typeface="Barlow"/>
              <a:buChar char="●"/>
              <a:defRPr>
                <a:solidFill>
                  <a:srgbClr val="FFFFFF"/>
                </a:solidFill>
                <a:latin typeface="Barlow"/>
                <a:ea typeface="Barlow"/>
                <a:cs typeface="Barlow"/>
                <a:sym typeface="Barlow"/>
              </a:defRPr>
            </a:lvl7pPr>
            <a:lvl8pPr marL="4876557" lvl="7" indent="-423312">
              <a:spcBef>
                <a:spcPts val="0"/>
              </a:spcBef>
              <a:spcAft>
                <a:spcPts val="0"/>
              </a:spcAft>
              <a:buClr>
                <a:srgbClr val="FFFFFF"/>
              </a:buClr>
              <a:buSzPts val="1400"/>
              <a:buFont typeface="Barlow"/>
              <a:buChar char="○"/>
              <a:defRPr>
                <a:solidFill>
                  <a:srgbClr val="FFFFFF"/>
                </a:solidFill>
                <a:latin typeface="Barlow"/>
                <a:ea typeface="Barlow"/>
                <a:cs typeface="Barlow"/>
                <a:sym typeface="Barlow"/>
              </a:defRPr>
            </a:lvl8pPr>
            <a:lvl9pPr marL="5486126" lvl="8" indent="-423312">
              <a:spcBef>
                <a:spcPts val="0"/>
              </a:spcBef>
              <a:spcAft>
                <a:spcPts val="0"/>
              </a:spcAft>
              <a:buClr>
                <a:srgbClr val="FFFFFF"/>
              </a:buClr>
              <a:buSzPts val="1400"/>
              <a:buFont typeface="Barlow"/>
              <a:buChar char="■"/>
              <a:defRPr>
                <a:solidFill>
                  <a:srgbClr val="FFFFFF"/>
                </a:solidFill>
                <a:latin typeface="Barlow"/>
                <a:ea typeface="Barlow"/>
                <a:cs typeface="Barlow"/>
                <a:sym typeface="Barlow"/>
              </a:defRPr>
            </a:lvl9pPr>
          </a:lstStyle>
          <a:p>
            <a:endParaRPr/>
          </a:p>
        </p:txBody>
      </p:sp>
      <p:sp>
        <p:nvSpPr>
          <p:cNvPr id="33" name="Google Shape;33;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pt-BR" smtClean="0"/>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pt-BR" smtClean="0"/>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8FE6A-9DFD-442E-AC39-A4AE89F52C68}"/>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3444A831-FD8F-4669-AAE7-C83462F047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160013CF-4DE6-4722-B4F6-8A7CE2ADDEFA}"/>
              </a:ext>
            </a:extLst>
          </p:cNvPr>
          <p:cNvSpPr>
            <a:spLocks noGrp="1"/>
          </p:cNvSpPr>
          <p:nvPr>
            <p:ph type="dt" sz="half" idx="10"/>
          </p:nvPr>
        </p:nvSpPr>
        <p:spPr/>
        <p:txBody>
          <a:bodyPr/>
          <a:lstStyle/>
          <a:p>
            <a:fld id="{210939EE-FC1A-48A1-98E7-CA57C24E5986}" type="datetimeFigureOut">
              <a:rPr lang="pt-BR" smtClean="0"/>
              <a:t>14/06/2022</a:t>
            </a:fld>
            <a:endParaRPr lang="pt-BR"/>
          </a:p>
        </p:txBody>
      </p:sp>
      <p:sp>
        <p:nvSpPr>
          <p:cNvPr id="5" name="Espaço Reservado para Rodapé 4">
            <a:extLst>
              <a:ext uri="{FF2B5EF4-FFF2-40B4-BE49-F238E27FC236}">
                <a16:creationId xmlns:a16="http://schemas.microsoft.com/office/drawing/2014/main" id="{8125AD5D-9447-4C13-8786-F758098990E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0895474-1D1E-4CD7-AE5B-D4D9ADC30953}"/>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3533940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EDEDA9-8097-412A-A3EA-98AC8BC5570A}"/>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9CD23EC6-D7C5-475C-A3D5-A546985067C1}"/>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8DF967F-9166-4E66-A95A-FAED2EBE6F1D}"/>
              </a:ext>
            </a:extLst>
          </p:cNvPr>
          <p:cNvSpPr>
            <a:spLocks noGrp="1"/>
          </p:cNvSpPr>
          <p:nvPr>
            <p:ph type="dt" sz="half" idx="10"/>
          </p:nvPr>
        </p:nvSpPr>
        <p:spPr/>
        <p:txBody>
          <a:bodyPr/>
          <a:lstStyle/>
          <a:p>
            <a:fld id="{210939EE-FC1A-48A1-98E7-CA57C24E5986}" type="datetimeFigureOut">
              <a:rPr lang="pt-BR" smtClean="0"/>
              <a:t>14/06/2022</a:t>
            </a:fld>
            <a:endParaRPr lang="pt-BR"/>
          </a:p>
        </p:txBody>
      </p:sp>
      <p:sp>
        <p:nvSpPr>
          <p:cNvPr id="5" name="Espaço Reservado para Rodapé 4">
            <a:extLst>
              <a:ext uri="{FF2B5EF4-FFF2-40B4-BE49-F238E27FC236}">
                <a16:creationId xmlns:a16="http://schemas.microsoft.com/office/drawing/2014/main" id="{BE449B4B-BD54-4D55-A06C-F325BE84467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809BA9E-9FC8-4EF7-943A-F7C6214113BA}"/>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1652680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9447D1-533E-48BE-8CCA-F04A5AE49976}"/>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6A92D50D-FAA4-4AB4-BFDA-3B27E774CC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420BB753-132B-46EC-BB4F-F8B66F41B733}"/>
              </a:ext>
            </a:extLst>
          </p:cNvPr>
          <p:cNvSpPr>
            <a:spLocks noGrp="1"/>
          </p:cNvSpPr>
          <p:nvPr>
            <p:ph type="dt" sz="half" idx="10"/>
          </p:nvPr>
        </p:nvSpPr>
        <p:spPr/>
        <p:txBody>
          <a:bodyPr/>
          <a:lstStyle/>
          <a:p>
            <a:fld id="{210939EE-FC1A-48A1-98E7-CA57C24E5986}" type="datetimeFigureOut">
              <a:rPr lang="pt-BR" smtClean="0"/>
              <a:t>14/06/2022</a:t>
            </a:fld>
            <a:endParaRPr lang="pt-BR"/>
          </a:p>
        </p:txBody>
      </p:sp>
      <p:sp>
        <p:nvSpPr>
          <p:cNvPr id="5" name="Espaço Reservado para Rodapé 4">
            <a:extLst>
              <a:ext uri="{FF2B5EF4-FFF2-40B4-BE49-F238E27FC236}">
                <a16:creationId xmlns:a16="http://schemas.microsoft.com/office/drawing/2014/main" id="{139E4072-187F-4221-96E7-3337DF4062F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08AC7F6-2422-4744-8DCC-976CAFE9BE05}"/>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961820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E65323-C00D-4CF8-842D-60D661A7D0C6}"/>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3DE38EC7-1255-450A-853A-F62B3E100C9F}"/>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7DD08221-4A44-4C08-9AA1-599495711520}"/>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088CB341-417B-46E7-8BE3-B5BF4F70557A}"/>
              </a:ext>
            </a:extLst>
          </p:cNvPr>
          <p:cNvSpPr>
            <a:spLocks noGrp="1"/>
          </p:cNvSpPr>
          <p:nvPr>
            <p:ph type="dt" sz="half" idx="10"/>
          </p:nvPr>
        </p:nvSpPr>
        <p:spPr/>
        <p:txBody>
          <a:bodyPr/>
          <a:lstStyle/>
          <a:p>
            <a:fld id="{210939EE-FC1A-48A1-98E7-CA57C24E5986}" type="datetimeFigureOut">
              <a:rPr lang="pt-BR" smtClean="0"/>
              <a:t>14/06/2022</a:t>
            </a:fld>
            <a:endParaRPr lang="pt-BR"/>
          </a:p>
        </p:txBody>
      </p:sp>
      <p:sp>
        <p:nvSpPr>
          <p:cNvPr id="6" name="Espaço Reservado para Rodapé 5">
            <a:extLst>
              <a:ext uri="{FF2B5EF4-FFF2-40B4-BE49-F238E27FC236}">
                <a16:creationId xmlns:a16="http://schemas.microsoft.com/office/drawing/2014/main" id="{37B6BEF5-7C9D-44D1-89D3-D93061AA37FD}"/>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1E75F8F8-134F-421A-9612-B5CCC7B89BDD}"/>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3210477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429275-A899-4F06-96E3-79AB9D5428E2}"/>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0C2DA2B6-8A35-424C-9C53-7BE4811BE7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D5863168-7232-42ED-969A-4800132ED81F}"/>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E0387CD7-7F77-4CDC-8B90-884A89412C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FBF0F242-700D-4C21-9040-3CFAA618031A}"/>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9D1CA807-EC69-4769-A80E-469D6127E68E}"/>
              </a:ext>
            </a:extLst>
          </p:cNvPr>
          <p:cNvSpPr>
            <a:spLocks noGrp="1"/>
          </p:cNvSpPr>
          <p:nvPr>
            <p:ph type="dt" sz="half" idx="10"/>
          </p:nvPr>
        </p:nvSpPr>
        <p:spPr/>
        <p:txBody>
          <a:bodyPr/>
          <a:lstStyle/>
          <a:p>
            <a:fld id="{210939EE-FC1A-48A1-98E7-CA57C24E5986}" type="datetimeFigureOut">
              <a:rPr lang="pt-BR" smtClean="0"/>
              <a:t>14/06/2022</a:t>
            </a:fld>
            <a:endParaRPr lang="pt-BR"/>
          </a:p>
        </p:txBody>
      </p:sp>
      <p:sp>
        <p:nvSpPr>
          <p:cNvPr id="8" name="Espaço Reservado para Rodapé 7">
            <a:extLst>
              <a:ext uri="{FF2B5EF4-FFF2-40B4-BE49-F238E27FC236}">
                <a16:creationId xmlns:a16="http://schemas.microsoft.com/office/drawing/2014/main" id="{0DDD9322-0465-4BE4-9373-EB45824EF940}"/>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D359B6E1-2B0F-4EA0-A9F5-74C5BB97B949}"/>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25896031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8254E0-8260-401C-B681-CA75D5C54CF8}"/>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1646C151-CE0A-4C65-9D11-47A1F4C2997E}"/>
              </a:ext>
            </a:extLst>
          </p:cNvPr>
          <p:cNvSpPr>
            <a:spLocks noGrp="1"/>
          </p:cNvSpPr>
          <p:nvPr>
            <p:ph type="dt" sz="half" idx="10"/>
          </p:nvPr>
        </p:nvSpPr>
        <p:spPr/>
        <p:txBody>
          <a:bodyPr/>
          <a:lstStyle/>
          <a:p>
            <a:fld id="{210939EE-FC1A-48A1-98E7-CA57C24E5986}" type="datetimeFigureOut">
              <a:rPr lang="pt-BR" smtClean="0"/>
              <a:t>14/06/2022</a:t>
            </a:fld>
            <a:endParaRPr lang="pt-BR"/>
          </a:p>
        </p:txBody>
      </p:sp>
      <p:sp>
        <p:nvSpPr>
          <p:cNvPr id="4" name="Espaço Reservado para Rodapé 3">
            <a:extLst>
              <a:ext uri="{FF2B5EF4-FFF2-40B4-BE49-F238E27FC236}">
                <a16:creationId xmlns:a16="http://schemas.microsoft.com/office/drawing/2014/main" id="{9593F609-635F-496C-B3DF-6D478A2567F9}"/>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9A17FB98-9D4A-4B76-8AE4-CAB74B6AA567}"/>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3599060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0B7FA74E-BE62-41D4-B76C-08DA93C5D45E}"/>
              </a:ext>
            </a:extLst>
          </p:cNvPr>
          <p:cNvSpPr>
            <a:spLocks noGrp="1"/>
          </p:cNvSpPr>
          <p:nvPr>
            <p:ph type="dt" sz="half" idx="10"/>
          </p:nvPr>
        </p:nvSpPr>
        <p:spPr/>
        <p:txBody>
          <a:bodyPr/>
          <a:lstStyle/>
          <a:p>
            <a:fld id="{210939EE-FC1A-48A1-98E7-CA57C24E5986}" type="datetimeFigureOut">
              <a:rPr lang="pt-BR" smtClean="0"/>
              <a:t>14/06/2022</a:t>
            </a:fld>
            <a:endParaRPr lang="pt-BR"/>
          </a:p>
        </p:txBody>
      </p:sp>
      <p:sp>
        <p:nvSpPr>
          <p:cNvPr id="3" name="Espaço Reservado para Rodapé 2">
            <a:extLst>
              <a:ext uri="{FF2B5EF4-FFF2-40B4-BE49-F238E27FC236}">
                <a16:creationId xmlns:a16="http://schemas.microsoft.com/office/drawing/2014/main" id="{48420BC6-E3F6-4966-8681-4E1ACD36D731}"/>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8EF612EF-69A7-4AEB-AD06-CB97299ED57A}"/>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39597732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F7682A-65E7-4662-B2DA-4CC112962EF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FBA5E6F3-48CD-4492-87A9-0101316A13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DF807024-4C12-4B6D-97F8-55D0E625E0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6341DD33-BE04-4E89-9151-902F8801C6F4}"/>
              </a:ext>
            </a:extLst>
          </p:cNvPr>
          <p:cNvSpPr>
            <a:spLocks noGrp="1"/>
          </p:cNvSpPr>
          <p:nvPr>
            <p:ph type="dt" sz="half" idx="10"/>
          </p:nvPr>
        </p:nvSpPr>
        <p:spPr/>
        <p:txBody>
          <a:bodyPr/>
          <a:lstStyle/>
          <a:p>
            <a:fld id="{210939EE-FC1A-48A1-98E7-CA57C24E5986}" type="datetimeFigureOut">
              <a:rPr lang="pt-BR" smtClean="0"/>
              <a:t>14/06/2022</a:t>
            </a:fld>
            <a:endParaRPr lang="pt-BR"/>
          </a:p>
        </p:txBody>
      </p:sp>
      <p:sp>
        <p:nvSpPr>
          <p:cNvPr id="6" name="Espaço Reservado para Rodapé 5">
            <a:extLst>
              <a:ext uri="{FF2B5EF4-FFF2-40B4-BE49-F238E27FC236}">
                <a16:creationId xmlns:a16="http://schemas.microsoft.com/office/drawing/2014/main" id="{9150CA88-D331-4613-8477-0FA50953D0ED}"/>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8E24067C-B5C6-46A0-9062-00EF06A4D03A}"/>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42682174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1F751F-0998-45D6-B02D-952815569D76}"/>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B16DE0DF-4346-4073-9D58-F8B82896E3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A329A7DF-B042-49D4-BB23-4538F37BF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2A788E18-CE5E-403D-8DEE-12CB0013898D}"/>
              </a:ext>
            </a:extLst>
          </p:cNvPr>
          <p:cNvSpPr>
            <a:spLocks noGrp="1"/>
          </p:cNvSpPr>
          <p:nvPr>
            <p:ph type="dt" sz="half" idx="10"/>
          </p:nvPr>
        </p:nvSpPr>
        <p:spPr/>
        <p:txBody>
          <a:bodyPr/>
          <a:lstStyle/>
          <a:p>
            <a:fld id="{210939EE-FC1A-48A1-98E7-CA57C24E5986}" type="datetimeFigureOut">
              <a:rPr lang="pt-BR" smtClean="0"/>
              <a:t>14/06/2022</a:t>
            </a:fld>
            <a:endParaRPr lang="pt-BR"/>
          </a:p>
        </p:txBody>
      </p:sp>
      <p:sp>
        <p:nvSpPr>
          <p:cNvPr id="6" name="Espaço Reservado para Rodapé 5">
            <a:extLst>
              <a:ext uri="{FF2B5EF4-FFF2-40B4-BE49-F238E27FC236}">
                <a16:creationId xmlns:a16="http://schemas.microsoft.com/office/drawing/2014/main" id="{E22768DE-8A2F-4537-931A-6E607DA02069}"/>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0557139C-B395-482A-AAD7-33B5B3F83D25}"/>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4779261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FCE7C9-6B92-4B77-B987-E30FF6A933CF}"/>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3D444922-4F9B-4635-B156-BB66D36F1B10}"/>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BE593D5-6282-4E7B-A972-A9F0D17245EF}"/>
              </a:ext>
            </a:extLst>
          </p:cNvPr>
          <p:cNvSpPr>
            <a:spLocks noGrp="1"/>
          </p:cNvSpPr>
          <p:nvPr>
            <p:ph type="dt" sz="half" idx="10"/>
          </p:nvPr>
        </p:nvSpPr>
        <p:spPr/>
        <p:txBody>
          <a:bodyPr/>
          <a:lstStyle/>
          <a:p>
            <a:fld id="{210939EE-FC1A-48A1-98E7-CA57C24E5986}" type="datetimeFigureOut">
              <a:rPr lang="pt-BR" smtClean="0"/>
              <a:t>14/06/2022</a:t>
            </a:fld>
            <a:endParaRPr lang="pt-BR"/>
          </a:p>
        </p:txBody>
      </p:sp>
      <p:sp>
        <p:nvSpPr>
          <p:cNvPr id="5" name="Espaço Reservado para Rodapé 4">
            <a:extLst>
              <a:ext uri="{FF2B5EF4-FFF2-40B4-BE49-F238E27FC236}">
                <a16:creationId xmlns:a16="http://schemas.microsoft.com/office/drawing/2014/main" id="{8A2946B6-EC90-4B5E-B238-E5DB3481045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D15E266-DC81-4713-8B4E-5D97666CD950}"/>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6682496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9252D17-4696-4278-85CA-9DA07BDDE32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EF44FFD8-B7A9-4D75-AC3E-BD4E43AFC4CA}"/>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BC130E0-DFCB-4D3D-A4FB-12FA19C9DAF1}"/>
              </a:ext>
            </a:extLst>
          </p:cNvPr>
          <p:cNvSpPr>
            <a:spLocks noGrp="1"/>
          </p:cNvSpPr>
          <p:nvPr>
            <p:ph type="dt" sz="half" idx="10"/>
          </p:nvPr>
        </p:nvSpPr>
        <p:spPr/>
        <p:txBody>
          <a:bodyPr/>
          <a:lstStyle/>
          <a:p>
            <a:fld id="{210939EE-FC1A-48A1-98E7-CA57C24E5986}" type="datetimeFigureOut">
              <a:rPr lang="pt-BR" smtClean="0"/>
              <a:t>14/06/2022</a:t>
            </a:fld>
            <a:endParaRPr lang="pt-BR"/>
          </a:p>
        </p:txBody>
      </p:sp>
      <p:sp>
        <p:nvSpPr>
          <p:cNvPr id="5" name="Espaço Reservado para Rodapé 4">
            <a:extLst>
              <a:ext uri="{FF2B5EF4-FFF2-40B4-BE49-F238E27FC236}">
                <a16:creationId xmlns:a16="http://schemas.microsoft.com/office/drawing/2014/main" id="{E8387B06-984F-43C0-9493-70EC2DB15A8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6E473B3-F4CC-4E7D-845D-BD32E944421E}"/>
              </a:ext>
            </a:extLst>
          </p:cNvPr>
          <p:cNvSpPr>
            <a:spLocks noGrp="1"/>
          </p:cNvSpPr>
          <p:nvPr>
            <p:ph type="sldNum" sz="quarter" idx="12"/>
          </p:nvPr>
        </p:nvSpPr>
        <p:spPr/>
        <p:txBody>
          <a:bodyPr/>
          <a:lstStyle/>
          <a:p>
            <a:fld id="{D4A2E9F9-BB19-4BC8-8C43-9D27C3407429}" type="slidenum">
              <a:rPr lang="pt-BR" smtClean="0"/>
              <a:t>‹nº›</a:t>
            </a:fld>
            <a:endParaRPr lang="pt-BR"/>
          </a:p>
        </p:txBody>
      </p:sp>
    </p:spTree>
    <p:extLst>
      <p:ext uri="{BB962C8B-B14F-4D97-AF65-F5344CB8AC3E}">
        <p14:creationId xmlns:p14="http://schemas.microsoft.com/office/powerpoint/2010/main" val="1187359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pt-BR" smtClean="0"/>
              <a:pPr/>
              <a:t>‹nº›</a:t>
            </a:fld>
            <a:endParaRPr lang="pt-B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65B07315-3675-4F71-99D4-010BAE11BC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D8F1DDE4-7486-43E5-9C34-59202362B4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E1EAABDA-D8AA-4C1E-8B25-C567679C9A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0939EE-FC1A-48A1-98E7-CA57C24E5986}" type="datetimeFigureOut">
              <a:rPr lang="pt-BR" smtClean="0"/>
              <a:t>14/06/2022</a:t>
            </a:fld>
            <a:endParaRPr lang="pt-BR"/>
          </a:p>
        </p:txBody>
      </p:sp>
      <p:sp>
        <p:nvSpPr>
          <p:cNvPr id="5" name="Espaço Reservado para Rodapé 4">
            <a:extLst>
              <a:ext uri="{FF2B5EF4-FFF2-40B4-BE49-F238E27FC236}">
                <a16:creationId xmlns:a16="http://schemas.microsoft.com/office/drawing/2014/main" id="{598EA044-3A27-45D7-8C9B-3ED549D2AE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9687CBB4-9DFF-4959-B091-79D205708C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A2E9F9-BB19-4BC8-8C43-9D27C3407429}" type="slidenum">
              <a:rPr lang="pt-BR" smtClean="0"/>
              <a:t>‹nº›</a:t>
            </a:fld>
            <a:endParaRPr lang="pt-BR"/>
          </a:p>
        </p:txBody>
      </p:sp>
    </p:spTree>
    <p:extLst>
      <p:ext uri="{BB962C8B-B14F-4D97-AF65-F5344CB8AC3E}">
        <p14:creationId xmlns:p14="http://schemas.microsoft.com/office/powerpoint/2010/main" val="3601725234"/>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9"/>
          <p:cNvSpPr txBox="1">
            <a:spLocks noGrp="1"/>
          </p:cNvSpPr>
          <p:nvPr>
            <p:ph type="title"/>
          </p:nvPr>
        </p:nvSpPr>
        <p:spPr>
          <a:xfrm>
            <a:off x="4704800" y="1558400"/>
            <a:ext cx="7088400" cy="3741200"/>
          </a:xfrm>
          <a:prstGeom prst="rect">
            <a:avLst/>
          </a:prstGeom>
        </p:spPr>
        <p:txBody>
          <a:bodyPr spcFirstLastPara="1" wrap="square" lIns="121900" tIns="121900" rIns="121900" bIns="121900" anchor="ctr" anchorCtr="0">
            <a:normAutofit/>
          </a:bodyPr>
          <a:lstStyle/>
          <a:p>
            <a:r>
              <a:rPr lang="pt-BR" dirty="0"/>
              <a:t>Processo de Gestão de Riscos e Compliance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cs typeface="Calibri" panose="020F0502020204030204" pitchFamily="34" charset="0"/>
              </a:rPr>
              <a:t>Conceito de Gestão de Riscos e Compliance</a:t>
            </a:r>
            <a:endParaRPr sz="3200" b="1" dirty="0">
              <a:latin typeface="Barlow" panose="00000500000000000000" pitchFamily="2" charset="0"/>
            </a:endParaRPr>
          </a:p>
        </p:txBody>
      </p:sp>
      <p:sp>
        <p:nvSpPr>
          <p:cNvPr id="46" name="Google Shape;46;p10"/>
          <p:cNvSpPr txBox="1">
            <a:spLocks noGrp="1"/>
          </p:cNvSpPr>
          <p:nvPr>
            <p:ph type="body" idx="1"/>
          </p:nvPr>
        </p:nvSpPr>
        <p:spPr>
          <a:xfrm>
            <a:off x="720000" y="1890488"/>
            <a:ext cx="11308000" cy="4424878"/>
          </a:xfrm>
          <a:prstGeom prst="rect">
            <a:avLst/>
          </a:prstGeom>
        </p:spPr>
        <p:txBody>
          <a:bodyPr spcFirstLastPara="1" wrap="square" lIns="121900" tIns="121900" rIns="121900" bIns="121900" anchor="t" anchorCtr="0">
            <a:noAutofit/>
          </a:bodyPr>
          <a:lstStyle/>
          <a:p>
            <a:pPr marL="0" indent="0" algn="just">
              <a:buNone/>
            </a:pPr>
            <a:r>
              <a:rPr lang="pt-BR" sz="2800" dirty="0"/>
              <a:t>Daniel Lança (2019) defende que “a partir das vivências, sem erros ou acertos passados, criamos uma espécie de protocolo de ações que norteiam para não cair repetidamente nos mesmos buracos ou para buscar práticas que repetidamente nos trazem resultados positivos”. </a:t>
            </a:r>
          </a:p>
        </p:txBody>
      </p:sp>
    </p:spTree>
    <p:extLst>
      <p:ext uri="{BB962C8B-B14F-4D97-AF65-F5344CB8AC3E}">
        <p14:creationId xmlns:p14="http://schemas.microsoft.com/office/powerpoint/2010/main" val="449743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Processo de Gestão de Riscos e Compliance</a:t>
            </a:r>
            <a:r>
              <a:rPr lang="pt-BR" sz="3200" b="1" dirty="0">
                <a:latin typeface="Barlow" panose="00000500000000000000" pitchFamily="2" charset="0"/>
                <a:cs typeface="Calibri" panose="020F0502020204030204" pitchFamily="34" charset="0"/>
              </a:rPr>
              <a:t> </a:t>
            </a:r>
            <a:endParaRPr lang="pt-BR" sz="3200" b="1" dirty="0">
              <a:solidFill>
                <a:srgbClr val="FF0000"/>
              </a:solidFill>
              <a:latin typeface="Barlow" panose="00000500000000000000" pitchFamily="2" charset="0"/>
              <a:cs typeface="Calibri" panose="020F0502020204030204" pitchFamily="34" charset="0"/>
            </a:endParaRPr>
          </a:p>
        </p:txBody>
      </p:sp>
      <p:sp>
        <p:nvSpPr>
          <p:cNvPr id="46" name="Google Shape;46;p10"/>
          <p:cNvSpPr txBox="1">
            <a:spLocks noGrp="1"/>
          </p:cNvSpPr>
          <p:nvPr>
            <p:ph type="body" idx="1"/>
          </p:nvPr>
        </p:nvSpPr>
        <p:spPr>
          <a:xfrm>
            <a:off x="840000" y="2173574"/>
            <a:ext cx="11210486" cy="4203482"/>
          </a:xfrm>
          <a:prstGeom prst="rect">
            <a:avLst/>
          </a:prstGeom>
        </p:spPr>
        <p:txBody>
          <a:bodyPr spcFirstLastPara="1" wrap="square" lIns="121900" tIns="121900" rIns="121900" bIns="121900" anchor="t" anchorCtr="0">
            <a:noAutofit/>
          </a:bodyPr>
          <a:lstStyle/>
          <a:p>
            <a:pPr marL="457200" indent="-457200" algn="just">
              <a:lnSpc>
                <a:spcPct val="150000"/>
              </a:lnSpc>
            </a:pPr>
            <a:r>
              <a:rPr lang="pt-BR" sz="2800" dirty="0">
                <a:solidFill>
                  <a:schemeClr val="tx1"/>
                </a:solidFill>
                <a:latin typeface="Barlow" panose="00000500000000000000" pitchFamily="2" charset="0"/>
                <a:cs typeface="Calibri" panose="020F0502020204030204" pitchFamily="34" charset="0"/>
              </a:rPr>
              <a:t>Atos corruptos x Identificação de Riscos</a:t>
            </a:r>
          </a:p>
          <a:p>
            <a:pPr marL="457200" indent="-457200" algn="just">
              <a:lnSpc>
                <a:spcPct val="150000"/>
              </a:lnSpc>
            </a:pPr>
            <a:endParaRPr lang="pt-BR" sz="2800" dirty="0">
              <a:solidFill>
                <a:schemeClr val="tx1"/>
              </a:solidFill>
              <a:latin typeface="Barlow" panose="00000500000000000000" pitchFamily="2" charset="0"/>
              <a:cs typeface="Calibri" panose="020F0502020204030204" pitchFamily="34" charset="0"/>
            </a:endParaRPr>
          </a:p>
          <a:p>
            <a:pPr marL="457200" indent="-457200" algn="just">
              <a:lnSpc>
                <a:spcPct val="150000"/>
              </a:lnSpc>
            </a:pPr>
            <a:r>
              <a:rPr lang="pt-BR" sz="2800" dirty="0">
                <a:solidFill>
                  <a:schemeClr val="tx1"/>
                </a:solidFill>
                <a:latin typeface="Barlow" panose="00000500000000000000" pitchFamily="2" charset="0"/>
                <a:cs typeface="Calibri" panose="020F0502020204030204" pitchFamily="34" charset="0"/>
              </a:rPr>
              <a:t>Identificado o risco planejar ações com intuito de mitigá-lo</a:t>
            </a:r>
          </a:p>
          <a:p>
            <a:pPr marL="457200" indent="-457200" algn="just">
              <a:lnSpc>
                <a:spcPct val="150000"/>
              </a:lnSpc>
            </a:pPr>
            <a:endParaRPr lang="pt-BR" sz="2800" dirty="0">
              <a:solidFill>
                <a:schemeClr val="tx1"/>
              </a:solidFill>
              <a:latin typeface="Barlow" panose="00000500000000000000" pitchFamily="2" charset="0"/>
              <a:cs typeface="Calibri" panose="020F0502020204030204" pitchFamily="34" charset="0"/>
            </a:endParaRPr>
          </a:p>
          <a:p>
            <a:pPr marL="457200" indent="-457200" algn="just">
              <a:lnSpc>
                <a:spcPct val="150000"/>
              </a:lnSpc>
            </a:pPr>
            <a:endParaRPr lang="pt-BR" sz="2800" dirty="0">
              <a:solidFill>
                <a:schemeClr val="tx1"/>
              </a:solidFill>
              <a:latin typeface="Barlow" panose="00000500000000000000" pitchFamily="2"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840000" y="143333"/>
            <a:ext cx="8184079" cy="1685466"/>
          </a:xfrm>
          <a:prstGeom prst="rect">
            <a:avLst/>
          </a:prstGeom>
        </p:spPr>
        <p:txBody>
          <a:bodyPr spcFirstLastPara="1" wrap="square" lIns="121900" tIns="121900" rIns="121900" bIns="121900" anchor="ctr" anchorCtr="0">
            <a:noAutofit/>
          </a:bodyPr>
          <a:lstStyle/>
          <a:p>
            <a:r>
              <a:rPr lang="pt-BR" sz="3200" b="1" dirty="0">
                <a:latin typeface="Barlow" panose="00000500000000000000" pitchFamily="2" charset="0"/>
              </a:rPr>
              <a:t>Processo de Gestão de Riscos e Compliance</a:t>
            </a:r>
            <a:r>
              <a:rPr lang="pt-BR" sz="3200" b="1" dirty="0">
                <a:latin typeface="Barlow" panose="00000500000000000000" pitchFamily="2" charset="0"/>
                <a:cs typeface="Calibri" panose="020F0502020204030204" pitchFamily="34" charset="0"/>
              </a:rPr>
              <a:t> </a:t>
            </a:r>
            <a:endParaRPr sz="3200" dirty="0"/>
          </a:p>
        </p:txBody>
      </p:sp>
      <p:sp>
        <p:nvSpPr>
          <p:cNvPr id="46" name="Google Shape;46;p10"/>
          <p:cNvSpPr txBox="1">
            <a:spLocks noGrp="1"/>
          </p:cNvSpPr>
          <p:nvPr>
            <p:ph type="body" idx="1"/>
          </p:nvPr>
        </p:nvSpPr>
        <p:spPr>
          <a:xfrm>
            <a:off x="720000" y="1890488"/>
            <a:ext cx="11210743" cy="4728026"/>
          </a:xfrm>
          <a:prstGeom prst="rect">
            <a:avLst/>
          </a:prstGeom>
        </p:spPr>
        <p:txBody>
          <a:bodyPr spcFirstLastPara="1" wrap="square" lIns="121900" tIns="121900" rIns="121900" bIns="121900" anchor="t" anchorCtr="0">
            <a:noAutofit/>
          </a:bodyPr>
          <a:lstStyle/>
          <a:p>
            <a:pPr marL="457200" indent="-457200" algn="just"/>
            <a:r>
              <a:rPr lang="pt-BR" sz="2800" dirty="0">
                <a:solidFill>
                  <a:schemeClr val="tx1"/>
                </a:solidFill>
                <a:latin typeface="Barlow" panose="00000500000000000000" pitchFamily="2" charset="0"/>
                <a:cs typeface="Calibri" panose="020F0502020204030204" pitchFamily="34" charset="0"/>
              </a:rPr>
              <a:t>Definição das vulnerabilidades das atividades da empresa, como regra de ouro da governança corporativa nos Programas de Integridade (Compliance)</a:t>
            </a:r>
          </a:p>
          <a:p>
            <a:pPr marL="457200" indent="-457200" algn="just"/>
            <a:endParaRPr lang="pt-BR" sz="2800" dirty="0">
              <a:solidFill>
                <a:schemeClr val="tx1"/>
              </a:solidFill>
              <a:latin typeface="Barlow" panose="00000500000000000000" pitchFamily="2" charset="0"/>
              <a:cs typeface="Calibri" panose="020F0502020204030204" pitchFamily="34" charset="0"/>
            </a:endParaRPr>
          </a:p>
          <a:p>
            <a:pPr marL="457200" indent="-457200" algn="just"/>
            <a:endParaRPr lang="pt-BR" sz="2800" dirty="0">
              <a:solidFill>
                <a:schemeClr val="tx1"/>
              </a:solidFill>
              <a:latin typeface="Barlow" panose="00000500000000000000" pitchFamily="2" charset="0"/>
              <a:cs typeface="Calibri" panose="020F0502020204030204" pitchFamily="34" charset="0"/>
            </a:endParaRPr>
          </a:p>
          <a:p>
            <a:pPr marL="0" indent="0" algn="just">
              <a:buNone/>
            </a:pPr>
            <a:endParaRPr lang="pt-BR" sz="2800" i="1" dirty="0">
              <a:solidFill>
                <a:schemeClr val="tx1"/>
              </a:solidFill>
              <a:latin typeface="Barlow" panose="00000500000000000000" pitchFamily="2" charset="0"/>
              <a:cs typeface="Arial" panose="020B0604020202020204" pitchFamily="34" charset="0"/>
            </a:endParaRPr>
          </a:p>
          <a:p>
            <a:pPr marL="0" indent="0" algn="just">
              <a:buNone/>
            </a:pPr>
            <a:endParaRPr lang="pt-BR" sz="2800" dirty="0">
              <a:solidFill>
                <a:schemeClr val="tx1"/>
              </a:solidFill>
              <a:latin typeface="Barlow" panose="00000500000000000000" pitchFamily="2" charset="0"/>
              <a:cs typeface="Calibri" panose="020F0502020204030204" pitchFamily="34" charset="0"/>
            </a:endParaRPr>
          </a:p>
        </p:txBody>
      </p:sp>
      <p:graphicFrame>
        <p:nvGraphicFramePr>
          <p:cNvPr id="2" name="Diagrama 1">
            <a:extLst>
              <a:ext uri="{FF2B5EF4-FFF2-40B4-BE49-F238E27FC236}">
                <a16:creationId xmlns:a16="http://schemas.microsoft.com/office/drawing/2014/main" id="{4776BEC5-4AB6-FDC9-F706-AD05EA7A0A82}"/>
              </a:ext>
            </a:extLst>
          </p:cNvPr>
          <p:cNvGraphicFramePr/>
          <p:nvPr>
            <p:extLst>
              <p:ext uri="{D42A27DB-BD31-4B8C-83A1-F6EECF244321}">
                <p14:modId xmlns:p14="http://schemas.microsoft.com/office/powerpoint/2010/main" val="4160628184"/>
              </p:ext>
            </p:extLst>
          </p:nvPr>
        </p:nvGraphicFramePr>
        <p:xfrm>
          <a:off x="6449254" y="3713869"/>
          <a:ext cx="5916247" cy="25932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62312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1"/>
          <p:cNvSpPr txBox="1">
            <a:spLocks noGrp="1"/>
          </p:cNvSpPr>
          <p:nvPr>
            <p:ph type="title"/>
          </p:nvPr>
        </p:nvSpPr>
        <p:spPr>
          <a:xfrm>
            <a:off x="840000" y="143333"/>
            <a:ext cx="8244039" cy="1700456"/>
          </a:xfrm>
          <a:prstGeom prst="rect">
            <a:avLst/>
          </a:prstGeom>
        </p:spPr>
        <p:txBody>
          <a:bodyPr spcFirstLastPara="1" wrap="square" lIns="121900" tIns="121900" rIns="121900" bIns="121900" anchor="ctr" anchorCtr="0">
            <a:noAutofit/>
          </a:bodyPr>
          <a:lstStyle/>
          <a:p>
            <a:r>
              <a:rPr lang="pt-BR" sz="3200" dirty="0"/>
              <a:t>PONTOS PRINCIPAIS ABORDADOS NA AULA</a:t>
            </a:r>
            <a:endParaRPr sz="3200" dirty="0"/>
          </a:p>
        </p:txBody>
      </p:sp>
      <p:sp>
        <p:nvSpPr>
          <p:cNvPr id="52" name="Google Shape;52;p11"/>
          <p:cNvSpPr txBox="1">
            <a:spLocks noGrp="1"/>
          </p:cNvSpPr>
          <p:nvPr>
            <p:ph type="body" idx="1"/>
          </p:nvPr>
        </p:nvSpPr>
        <p:spPr>
          <a:xfrm>
            <a:off x="840000" y="1905479"/>
            <a:ext cx="10864320" cy="4454857"/>
          </a:xfrm>
          <a:prstGeom prst="rect">
            <a:avLst/>
          </a:prstGeom>
        </p:spPr>
        <p:txBody>
          <a:bodyPr spcFirstLastPara="1" wrap="square" lIns="121900" tIns="121900" rIns="121900" bIns="121900" anchor="t" anchorCtr="0">
            <a:noAutofit/>
          </a:bodyPr>
          <a:lstStyle/>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Conceito e Marcos históricos da Gestão de Riscos </a:t>
            </a:r>
          </a:p>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r>
              <a:rPr lang="pt-BR" sz="2800" dirty="0"/>
              <a:t>Processo de Gestão de Riscos e Compliance </a:t>
            </a:r>
          </a:p>
          <a:p>
            <a:pPr algn="just">
              <a:lnSpc>
                <a:spcPct val="150000"/>
              </a:lnSpc>
              <a:buSzPct val="75000"/>
              <a:buFont typeface="Arial" panose="020B0604020202020204" pitchFamily="34" charset="0"/>
              <a:buChar char="•"/>
            </a:pPr>
            <a:endParaRPr lang="pt-BR" sz="2800" dirty="0"/>
          </a:p>
          <a:p>
            <a:pPr algn="just">
              <a:lnSpc>
                <a:spcPct val="150000"/>
              </a:lnSpc>
              <a:buSzPct val="75000"/>
              <a:buFont typeface="Arial" panose="020B0604020202020204" pitchFamily="34" charset="0"/>
              <a:buChar char="•"/>
            </a:pPr>
            <a:endParaRPr sz="2800"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TotalTime>
  <Words>137</Words>
  <Application>Microsoft Office PowerPoint</Application>
  <PresentationFormat>Widescreen</PresentationFormat>
  <Paragraphs>19</Paragraphs>
  <Slides>5</Slides>
  <Notes>5</Notes>
  <HiddenSlides>0</HiddenSlides>
  <MMClips>0</MMClips>
  <ScaleCrop>false</ScaleCrop>
  <HeadingPairs>
    <vt:vector size="6" baseType="variant">
      <vt:variant>
        <vt:lpstr>Fontes usadas</vt:lpstr>
      </vt:variant>
      <vt:variant>
        <vt:i4>5</vt:i4>
      </vt:variant>
      <vt:variant>
        <vt:lpstr>Tema</vt:lpstr>
      </vt:variant>
      <vt:variant>
        <vt:i4>2</vt:i4>
      </vt:variant>
      <vt:variant>
        <vt:lpstr>Títulos de slides</vt:lpstr>
      </vt:variant>
      <vt:variant>
        <vt:i4>5</vt:i4>
      </vt:variant>
    </vt:vector>
  </HeadingPairs>
  <TitlesOfParts>
    <vt:vector size="12" baseType="lpstr">
      <vt:lpstr>Calibri Light</vt:lpstr>
      <vt:lpstr>Arial</vt:lpstr>
      <vt:lpstr>Barlow</vt:lpstr>
      <vt:lpstr>Calibri</vt:lpstr>
      <vt:lpstr>Barlow SemiBold</vt:lpstr>
      <vt:lpstr>Simple Light</vt:lpstr>
      <vt:lpstr>Personalizar design</vt:lpstr>
      <vt:lpstr>Processo de Gestão de Riscos e Compliance</vt:lpstr>
      <vt:lpstr>Conceito de Gestão de Riscos e Compliance</vt:lpstr>
      <vt:lpstr>Processo de Gestão de Riscos e Compliance </vt:lpstr>
      <vt:lpstr>Processo de Gestão de Riscos e Compliance </vt:lpstr>
      <vt:lpstr>PONTOS PRINCIPAIS ABORDADOS NA AULA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NOÇÕES INTRODUTÓRIAS DE DIREITO PENAL</dc:title>
  <cp:lastModifiedBy>debora paiva</cp:lastModifiedBy>
  <cp:revision>14</cp:revision>
  <dcterms:modified xsi:type="dcterms:W3CDTF">2022-06-14T10:02:43Z</dcterms:modified>
</cp:coreProperties>
</file>