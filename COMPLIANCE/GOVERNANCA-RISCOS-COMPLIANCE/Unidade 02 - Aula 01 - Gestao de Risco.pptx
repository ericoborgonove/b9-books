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C1633-BBCC-4FF7-AAE3-CAE6A5D22281}" type="doc">
      <dgm:prSet loTypeId="urn:microsoft.com/office/officeart/2005/8/layout/cycle5" loCatId="cycle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pt-BR"/>
        </a:p>
      </dgm:t>
    </dgm:pt>
    <dgm:pt modelId="{A8E0B533-D7AB-4B32-8CD5-AD0E48327F5B}">
      <dgm:prSet phldrT="[Texto]"/>
      <dgm:spPr/>
      <dgm:t>
        <a:bodyPr/>
        <a:lstStyle/>
        <a:p>
          <a:pPr algn="ctr"/>
          <a:r>
            <a:rPr lang="pt-BR"/>
            <a:t>Indentificação do risco</a:t>
          </a:r>
        </a:p>
      </dgm:t>
    </dgm:pt>
    <dgm:pt modelId="{6973BFD3-C3FA-41F5-99C3-183AF9329576}" type="parTrans" cxnId="{91D083DF-23EC-4AAB-99AD-81240F4E1E94}">
      <dgm:prSet/>
      <dgm:spPr/>
      <dgm:t>
        <a:bodyPr/>
        <a:lstStyle/>
        <a:p>
          <a:pPr algn="ctr"/>
          <a:endParaRPr lang="pt-BR"/>
        </a:p>
      </dgm:t>
    </dgm:pt>
    <dgm:pt modelId="{A1D1B57C-2FD2-44B3-B271-272A3817C2DC}" type="sibTrans" cxnId="{91D083DF-23EC-4AAB-99AD-81240F4E1E94}">
      <dgm:prSet/>
      <dgm:spPr/>
      <dgm:t>
        <a:bodyPr/>
        <a:lstStyle/>
        <a:p>
          <a:pPr algn="ctr"/>
          <a:endParaRPr lang="pt-BR"/>
        </a:p>
      </dgm:t>
    </dgm:pt>
    <dgm:pt modelId="{6F01C26D-F7F3-4640-AC76-D369A1A29417}">
      <dgm:prSet phldrT="[Texto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pt-BR"/>
            <a:t>Avaliação</a:t>
          </a:r>
        </a:p>
      </dgm:t>
    </dgm:pt>
    <dgm:pt modelId="{F55F6C62-7E53-4431-9E49-A8957E36D408}" type="parTrans" cxnId="{E2EF50CB-391F-4276-B773-34E05F5A39B4}">
      <dgm:prSet/>
      <dgm:spPr/>
      <dgm:t>
        <a:bodyPr/>
        <a:lstStyle/>
        <a:p>
          <a:pPr algn="ctr"/>
          <a:endParaRPr lang="pt-BR"/>
        </a:p>
      </dgm:t>
    </dgm:pt>
    <dgm:pt modelId="{5984FCED-3FCB-4DF0-82DF-22CE55EFE81A}" type="sibTrans" cxnId="{E2EF50CB-391F-4276-B773-34E05F5A39B4}">
      <dgm:prSet/>
      <dgm:spPr/>
      <dgm:t>
        <a:bodyPr/>
        <a:lstStyle/>
        <a:p>
          <a:pPr algn="ctr"/>
          <a:endParaRPr lang="pt-BR"/>
        </a:p>
      </dgm:t>
    </dgm:pt>
    <dgm:pt modelId="{C52DD5F1-5B73-4C13-A33A-182F6C7378A6}">
      <dgm:prSet phldrT="[Texto]"/>
      <dgm:spPr/>
      <dgm:t>
        <a:bodyPr/>
        <a:lstStyle/>
        <a:p>
          <a:pPr algn="ctr"/>
          <a:r>
            <a:rPr lang="pt-BR"/>
            <a:t>Priorização</a:t>
          </a:r>
        </a:p>
      </dgm:t>
    </dgm:pt>
    <dgm:pt modelId="{FD5A1B62-9BBB-4A2E-BD0E-E0D2DBFBFA47}" type="parTrans" cxnId="{A99C23C4-499F-448F-B451-DAC665AF27C4}">
      <dgm:prSet/>
      <dgm:spPr/>
      <dgm:t>
        <a:bodyPr/>
        <a:lstStyle/>
        <a:p>
          <a:pPr algn="ctr"/>
          <a:endParaRPr lang="pt-BR"/>
        </a:p>
      </dgm:t>
    </dgm:pt>
    <dgm:pt modelId="{4C00B610-82ED-4632-B51F-5093FFADACD3}" type="sibTrans" cxnId="{A99C23C4-499F-448F-B451-DAC665AF27C4}">
      <dgm:prSet/>
      <dgm:spPr/>
      <dgm:t>
        <a:bodyPr/>
        <a:lstStyle/>
        <a:p>
          <a:pPr algn="ctr"/>
          <a:endParaRPr lang="pt-BR"/>
        </a:p>
      </dgm:t>
    </dgm:pt>
    <dgm:pt modelId="{EC7B0B55-097D-470F-9460-F83246CBCB4E}">
      <dgm:prSet phldrT="[Texto]"/>
      <dgm:spPr/>
      <dgm:t>
        <a:bodyPr/>
        <a:lstStyle/>
        <a:p>
          <a:pPr algn="ctr"/>
          <a:r>
            <a:rPr lang="pt-BR"/>
            <a:t>Elaboração plano estratégico</a:t>
          </a:r>
        </a:p>
      </dgm:t>
    </dgm:pt>
    <dgm:pt modelId="{3EED9F08-50EA-401A-8709-D2355A08CB19}" type="parTrans" cxnId="{9F5CC1FD-A135-48BB-A3A1-BA37B63D685F}">
      <dgm:prSet/>
      <dgm:spPr/>
      <dgm:t>
        <a:bodyPr/>
        <a:lstStyle/>
        <a:p>
          <a:pPr algn="ctr"/>
          <a:endParaRPr lang="pt-BR"/>
        </a:p>
      </dgm:t>
    </dgm:pt>
    <dgm:pt modelId="{286DAD7D-41E2-4761-AF02-7AE298C8B4BC}" type="sibTrans" cxnId="{9F5CC1FD-A135-48BB-A3A1-BA37B63D685F}">
      <dgm:prSet/>
      <dgm:spPr/>
      <dgm:t>
        <a:bodyPr/>
        <a:lstStyle/>
        <a:p>
          <a:pPr algn="ctr"/>
          <a:endParaRPr lang="pt-BR"/>
        </a:p>
      </dgm:t>
    </dgm:pt>
    <dgm:pt modelId="{22CB00EA-06EA-4273-9844-D07F20BF9E6F}">
      <dgm:prSet phldrT="[Texto]"/>
      <dgm:spPr/>
      <dgm:t>
        <a:bodyPr/>
        <a:lstStyle/>
        <a:p>
          <a:pPr algn="ctr"/>
          <a:r>
            <a:rPr lang="pt-BR"/>
            <a:t>Monitoramento</a:t>
          </a:r>
        </a:p>
      </dgm:t>
    </dgm:pt>
    <dgm:pt modelId="{C6C373EE-7D51-4CE3-BA6F-244E30D3A1AD}" type="parTrans" cxnId="{992D2CD9-A89B-4A1E-B01D-8AB4C2BB58D1}">
      <dgm:prSet/>
      <dgm:spPr/>
      <dgm:t>
        <a:bodyPr/>
        <a:lstStyle/>
        <a:p>
          <a:pPr algn="ctr"/>
          <a:endParaRPr lang="pt-BR"/>
        </a:p>
      </dgm:t>
    </dgm:pt>
    <dgm:pt modelId="{CFB32244-9659-4FAE-9451-2499DFCB7650}" type="sibTrans" cxnId="{992D2CD9-A89B-4A1E-B01D-8AB4C2BB58D1}">
      <dgm:prSet/>
      <dgm:spPr/>
      <dgm:t>
        <a:bodyPr/>
        <a:lstStyle/>
        <a:p>
          <a:pPr algn="ctr"/>
          <a:endParaRPr lang="pt-BR"/>
        </a:p>
      </dgm:t>
    </dgm:pt>
    <dgm:pt modelId="{798E1649-D85E-422F-84FD-62BEADFC3C00}" type="pres">
      <dgm:prSet presAssocID="{FB0C1633-BBCC-4FF7-AAE3-CAE6A5D22281}" presName="cycle" presStyleCnt="0">
        <dgm:presLayoutVars>
          <dgm:dir/>
          <dgm:resizeHandles val="exact"/>
        </dgm:presLayoutVars>
      </dgm:prSet>
      <dgm:spPr/>
    </dgm:pt>
    <dgm:pt modelId="{6DA26C1E-92BF-49EC-9FFA-722BB0CD11FC}" type="pres">
      <dgm:prSet presAssocID="{A8E0B533-D7AB-4B32-8CD5-AD0E48327F5B}" presName="node" presStyleLbl="node1" presStyleIdx="0" presStyleCnt="5">
        <dgm:presLayoutVars>
          <dgm:bulletEnabled val="1"/>
        </dgm:presLayoutVars>
      </dgm:prSet>
      <dgm:spPr/>
    </dgm:pt>
    <dgm:pt modelId="{0B67A26C-7D77-4450-8867-D29A5F5E5A94}" type="pres">
      <dgm:prSet presAssocID="{A8E0B533-D7AB-4B32-8CD5-AD0E48327F5B}" presName="spNode" presStyleCnt="0"/>
      <dgm:spPr/>
    </dgm:pt>
    <dgm:pt modelId="{18ED23CC-ACCD-43E2-BFC2-90283DFB8FB8}" type="pres">
      <dgm:prSet presAssocID="{A1D1B57C-2FD2-44B3-B271-272A3817C2DC}" presName="sibTrans" presStyleLbl="sibTrans1D1" presStyleIdx="0" presStyleCnt="5"/>
      <dgm:spPr/>
    </dgm:pt>
    <dgm:pt modelId="{F24A3FD7-98F5-4A54-BCD2-4D240E741BB2}" type="pres">
      <dgm:prSet presAssocID="{6F01C26D-F7F3-4640-AC76-D369A1A29417}" presName="node" presStyleLbl="node1" presStyleIdx="1" presStyleCnt="5">
        <dgm:presLayoutVars>
          <dgm:bulletEnabled val="1"/>
        </dgm:presLayoutVars>
      </dgm:prSet>
      <dgm:spPr/>
    </dgm:pt>
    <dgm:pt modelId="{8EDC0E30-879A-44A7-9800-7125B2D349B0}" type="pres">
      <dgm:prSet presAssocID="{6F01C26D-F7F3-4640-AC76-D369A1A29417}" presName="spNode" presStyleCnt="0"/>
      <dgm:spPr/>
    </dgm:pt>
    <dgm:pt modelId="{0A436116-AA0C-4F34-BCA4-C2EFD02E8605}" type="pres">
      <dgm:prSet presAssocID="{5984FCED-3FCB-4DF0-82DF-22CE55EFE81A}" presName="sibTrans" presStyleLbl="sibTrans1D1" presStyleIdx="1" presStyleCnt="5"/>
      <dgm:spPr/>
    </dgm:pt>
    <dgm:pt modelId="{C393A507-AB8A-4337-BB0C-9634C6CB1CAC}" type="pres">
      <dgm:prSet presAssocID="{C52DD5F1-5B73-4C13-A33A-182F6C7378A6}" presName="node" presStyleLbl="node1" presStyleIdx="2" presStyleCnt="5">
        <dgm:presLayoutVars>
          <dgm:bulletEnabled val="1"/>
        </dgm:presLayoutVars>
      </dgm:prSet>
      <dgm:spPr/>
    </dgm:pt>
    <dgm:pt modelId="{1F705ED7-CB3A-40BE-AE02-9942C6AB30C9}" type="pres">
      <dgm:prSet presAssocID="{C52DD5F1-5B73-4C13-A33A-182F6C7378A6}" presName="spNode" presStyleCnt="0"/>
      <dgm:spPr/>
    </dgm:pt>
    <dgm:pt modelId="{1CA56B6A-DA3A-47DB-BFF9-2FEFA9C24E73}" type="pres">
      <dgm:prSet presAssocID="{4C00B610-82ED-4632-B51F-5093FFADACD3}" presName="sibTrans" presStyleLbl="sibTrans1D1" presStyleIdx="2" presStyleCnt="5"/>
      <dgm:spPr/>
    </dgm:pt>
    <dgm:pt modelId="{09D301C3-4304-45D2-8981-6DEA9159B3F7}" type="pres">
      <dgm:prSet presAssocID="{EC7B0B55-097D-470F-9460-F83246CBCB4E}" presName="node" presStyleLbl="node1" presStyleIdx="3" presStyleCnt="5">
        <dgm:presLayoutVars>
          <dgm:bulletEnabled val="1"/>
        </dgm:presLayoutVars>
      </dgm:prSet>
      <dgm:spPr/>
    </dgm:pt>
    <dgm:pt modelId="{85424C2F-C473-420E-B769-71C94CC22A28}" type="pres">
      <dgm:prSet presAssocID="{EC7B0B55-097D-470F-9460-F83246CBCB4E}" presName="spNode" presStyleCnt="0"/>
      <dgm:spPr/>
    </dgm:pt>
    <dgm:pt modelId="{4194F931-A964-48BE-8E30-4DE6D54FB046}" type="pres">
      <dgm:prSet presAssocID="{286DAD7D-41E2-4761-AF02-7AE298C8B4BC}" presName="sibTrans" presStyleLbl="sibTrans1D1" presStyleIdx="3" presStyleCnt="5"/>
      <dgm:spPr/>
    </dgm:pt>
    <dgm:pt modelId="{B70C0CB1-BE56-4D17-B5AF-EE98EE32C831}" type="pres">
      <dgm:prSet presAssocID="{22CB00EA-06EA-4273-9844-D07F20BF9E6F}" presName="node" presStyleLbl="node1" presStyleIdx="4" presStyleCnt="5">
        <dgm:presLayoutVars>
          <dgm:bulletEnabled val="1"/>
        </dgm:presLayoutVars>
      </dgm:prSet>
      <dgm:spPr/>
    </dgm:pt>
    <dgm:pt modelId="{0EEDC387-FCF7-4D8D-B562-8DD74B38F9C3}" type="pres">
      <dgm:prSet presAssocID="{22CB00EA-06EA-4273-9844-D07F20BF9E6F}" presName="spNode" presStyleCnt="0"/>
      <dgm:spPr/>
    </dgm:pt>
    <dgm:pt modelId="{8E6462D0-801B-49D1-8AE2-CAA6FEBB0276}" type="pres">
      <dgm:prSet presAssocID="{CFB32244-9659-4FAE-9451-2499DFCB7650}" presName="sibTrans" presStyleLbl="sibTrans1D1" presStyleIdx="4" presStyleCnt="5"/>
      <dgm:spPr/>
    </dgm:pt>
  </dgm:ptLst>
  <dgm:cxnLst>
    <dgm:cxn modelId="{6482A501-3FAB-469F-B910-077C04381AEC}" type="presOf" srcId="{5984FCED-3FCB-4DF0-82DF-22CE55EFE81A}" destId="{0A436116-AA0C-4F34-BCA4-C2EFD02E8605}" srcOrd="0" destOrd="0" presId="urn:microsoft.com/office/officeart/2005/8/layout/cycle5"/>
    <dgm:cxn modelId="{5A45FC04-AB40-4464-8B0E-7BA6443BECDD}" type="presOf" srcId="{FB0C1633-BBCC-4FF7-AAE3-CAE6A5D22281}" destId="{798E1649-D85E-422F-84FD-62BEADFC3C00}" srcOrd="0" destOrd="0" presId="urn:microsoft.com/office/officeart/2005/8/layout/cycle5"/>
    <dgm:cxn modelId="{62326027-177C-4EBC-AECA-7E68162681C1}" type="presOf" srcId="{286DAD7D-41E2-4761-AF02-7AE298C8B4BC}" destId="{4194F931-A964-48BE-8E30-4DE6D54FB046}" srcOrd="0" destOrd="0" presId="urn:microsoft.com/office/officeart/2005/8/layout/cycle5"/>
    <dgm:cxn modelId="{19CC7427-CFC2-4375-8B6D-72882C98F8A3}" type="presOf" srcId="{6F01C26D-F7F3-4640-AC76-D369A1A29417}" destId="{F24A3FD7-98F5-4A54-BCD2-4D240E741BB2}" srcOrd="0" destOrd="0" presId="urn:microsoft.com/office/officeart/2005/8/layout/cycle5"/>
    <dgm:cxn modelId="{3CF34C64-A281-4491-80E9-09EA0AECEECC}" type="presOf" srcId="{EC7B0B55-097D-470F-9460-F83246CBCB4E}" destId="{09D301C3-4304-45D2-8981-6DEA9159B3F7}" srcOrd="0" destOrd="0" presId="urn:microsoft.com/office/officeart/2005/8/layout/cycle5"/>
    <dgm:cxn modelId="{13697852-DF75-4A19-B4CC-665DA0CAFD61}" type="presOf" srcId="{CFB32244-9659-4FAE-9451-2499DFCB7650}" destId="{8E6462D0-801B-49D1-8AE2-CAA6FEBB0276}" srcOrd="0" destOrd="0" presId="urn:microsoft.com/office/officeart/2005/8/layout/cycle5"/>
    <dgm:cxn modelId="{9E0CBC57-1605-4429-BDCF-11B8591CC411}" type="presOf" srcId="{A1D1B57C-2FD2-44B3-B271-272A3817C2DC}" destId="{18ED23CC-ACCD-43E2-BFC2-90283DFB8FB8}" srcOrd="0" destOrd="0" presId="urn:microsoft.com/office/officeart/2005/8/layout/cycle5"/>
    <dgm:cxn modelId="{0AA9839E-0FA7-4624-890B-BEA539FD3926}" type="presOf" srcId="{4C00B610-82ED-4632-B51F-5093FFADACD3}" destId="{1CA56B6A-DA3A-47DB-BFF9-2FEFA9C24E73}" srcOrd="0" destOrd="0" presId="urn:microsoft.com/office/officeart/2005/8/layout/cycle5"/>
    <dgm:cxn modelId="{A99C23C4-499F-448F-B451-DAC665AF27C4}" srcId="{FB0C1633-BBCC-4FF7-AAE3-CAE6A5D22281}" destId="{C52DD5F1-5B73-4C13-A33A-182F6C7378A6}" srcOrd="2" destOrd="0" parTransId="{FD5A1B62-9BBB-4A2E-BD0E-E0D2DBFBFA47}" sibTransId="{4C00B610-82ED-4632-B51F-5093FFADACD3}"/>
    <dgm:cxn modelId="{7A80C0C8-0E71-460A-881A-89142F80A814}" type="presOf" srcId="{C52DD5F1-5B73-4C13-A33A-182F6C7378A6}" destId="{C393A507-AB8A-4337-BB0C-9634C6CB1CAC}" srcOrd="0" destOrd="0" presId="urn:microsoft.com/office/officeart/2005/8/layout/cycle5"/>
    <dgm:cxn modelId="{E2EF50CB-391F-4276-B773-34E05F5A39B4}" srcId="{FB0C1633-BBCC-4FF7-AAE3-CAE6A5D22281}" destId="{6F01C26D-F7F3-4640-AC76-D369A1A29417}" srcOrd="1" destOrd="0" parTransId="{F55F6C62-7E53-4431-9E49-A8957E36D408}" sibTransId="{5984FCED-3FCB-4DF0-82DF-22CE55EFE81A}"/>
    <dgm:cxn modelId="{992D2CD9-A89B-4A1E-B01D-8AB4C2BB58D1}" srcId="{FB0C1633-BBCC-4FF7-AAE3-CAE6A5D22281}" destId="{22CB00EA-06EA-4273-9844-D07F20BF9E6F}" srcOrd="4" destOrd="0" parTransId="{C6C373EE-7D51-4CE3-BA6F-244E30D3A1AD}" sibTransId="{CFB32244-9659-4FAE-9451-2499DFCB7650}"/>
    <dgm:cxn modelId="{91D083DF-23EC-4AAB-99AD-81240F4E1E94}" srcId="{FB0C1633-BBCC-4FF7-AAE3-CAE6A5D22281}" destId="{A8E0B533-D7AB-4B32-8CD5-AD0E48327F5B}" srcOrd="0" destOrd="0" parTransId="{6973BFD3-C3FA-41F5-99C3-183AF9329576}" sibTransId="{A1D1B57C-2FD2-44B3-B271-272A3817C2DC}"/>
    <dgm:cxn modelId="{85426FFD-9A6C-4EDB-A26F-412F0274E2D3}" type="presOf" srcId="{22CB00EA-06EA-4273-9844-D07F20BF9E6F}" destId="{B70C0CB1-BE56-4D17-B5AF-EE98EE32C831}" srcOrd="0" destOrd="0" presId="urn:microsoft.com/office/officeart/2005/8/layout/cycle5"/>
    <dgm:cxn modelId="{9F5CC1FD-A135-48BB-A3A1-BA37B63D685F}" srcId="{FB0C1633-BBCC-4FF7-AAE3-CAE6A5D22281}" destId="{EC7B0B55-097D-470F-9460-F83246CBCB4E}" srcOrd="3" destOrd="0" parTransId="{3EED9F08-50EA-401A-8709-D2355A08CB19}" sibTransId="{286DAD7D-41E2-4761-AF02-7AE298C8B4BC}"/>
    <dgm:cxn modelId="{CC6DF8FD-D905-4B35-B730-F75A84D2DB40}" type="presOf" srcId="{A8E0B533-D7AB-4B32-8CD5-AD0E48327F5B}" destId="{6DA26C1E-92BF-49EC-9FFA-722BB0CD11FC}" srcOrd="0" destOrd="0" presId="urn:microsoft.com/office/officeart/2005/8/layout/cycle5"/>
    <dgm:cxn modelId="{A446EE43-437A-4342-872E-0210CF0B342E}" type="presParOf" srcId="{798E1649-D85E-422F-84FD-62BEADFC3C00}" destId="{6DA26C1E-92BF-49EC-9FFA-722BB0CD11FC}" srcOrd="0" destOrd="0" presId="urn:microsoft.com/office/officeart/2005/8/layout/cycle5"/>
    <dgm:cxn modelId="{3131A34F-521F-4A4E-9916-9C734F5918CB}" type="presParOf" srcId="{798E1649-D85E-422F-84FD-62BEADFC3C00}" destId="{0B67A26C-7D77-4450-8867-D29A5F5E5A94}" srcOrd="1" destOrd="0" presId="urn:microsoft.com/office/officeart/2005/8/layout/cycle5"/>
    <dgm:cxn modelId="{FE2135F7-70FB-443C-83B1-574C83B18157}" type="presParOf" srcId="{798E1649-D85E-422F-84FD-62BEADFC3C00}" destId="{18ED23CC-ACCD-43E2-BFC2-90283DFB8FB8}" srcOrd="2" destOrd="0" presId="urn:microsoft.com/office/officeart/2005/8/layout/cycle5"/>
    <dgm:cxn modelId="{4B815B07-6F76-4DDF-AE95-D269867E6558}" type="presParOf" srcId="{798E1649-D85E-422F-84FD-62BEADFC3C00}" destId="{F24A3FD7-98F5-4A54-BCD2-4D240E741BB2}" srcOrd="3" destOrd="0" presId="urn:microsoft.com/office/officeart/2005/8/layout/cycle5"/>
    <dgm:cxn modelId="{28DBFFF2-5F6A-4673-B480-B530620B7474}" type="presParOf" srcId="{798E1649-D85E-422F-84FD-62BEADFC3C00}" destId="{8EDC0E30-879A-44A7-9800-7125B2D349B0}" srcOrd="4" destOrd="0" presId="urn:microsoft.com/office/officeart/2005/8/layout/cycle5"/>
    <dgm:cxn modelId="{F54673E8-F06F-4312-B02F-1C228DDA237E}" type="presParOf" srcId="{798E1649-D85E-422F-84FD-62BEADFC3C00}" destId="{0A436116-AA0C-4F34-BCA4-C2EFD02E8605}" srcOrd="5" destOrd="0" presId="urn:microsoft.com/office/officeart/2005/8/layout/cycle5"/>
    <dgm:cxn modelId="{BE04DB98-1EFE-48A8-A252-9A21FE4F17E0}" type="presParOf" srcId="{798E1649-D85E-422F-84FD-62BEADFC3C00}" destId="{C393A507-AB8A-4337-BB0C-9634C6CB1CAC}" srcOrd="6" destOrd="0" presId="urn:microsoft.com/office/officeart/2005/8/layout/cycle5"/>
    <dgm:cxn modelId="{DDA9C650-5B31-47D3-83DB-9C908647BD37}" type="presParOf" srcId="{798E1649-D85E-422F-84FD-62BEADFC3C00}" destId="{1F705ED7-CB3A-40BE-AE02-9942C6AB30C9}" srcOrd="7" destOrd="0" presId="urn:microsoft.com/office/officeart/2005/8/layout/cycle5"/>
    <dgm:cxn modelId="{317EAABC-0434-4130-8333-1ADDB346D34E}" type="presParOf" srcId="{798E1649-D85E-422F-84FD-62BEADFC3C00}" destId="{1CA56B6A-DA3A-47DB-BFF9-2FEFA9C24E73}" srcOrd="8" destOrd="0" presId="urn:microsoft.com/office/officeart/2005/8/layout/cycle5"/>
    <dgm:cxn modelId="{270E333F-37EE-4F40-B7E7-481E4EFE9986}" type="presParOf" srcId="{798E1649-D85E-422F-84FD-62BEADFC3C00}" destId="{09D301C3-4304-45D2-8981-6DEA9159B3F7}" srcOrd="9" destOrd="0" presId="urn:microsoft.com/office/officeart/2005/8/layout/cycle5"/>
    <dgm:cxn modelId="{DAB02DCB-1564-42ED-82BC-7E1FBCB08036}" type="presParOf" srcId="{798E1649-D85E-422F-84FD-62BEADFC3C00}" destId="{85424C2F-C473-420E-B769-71C94CC22A28}" srcOrd="10" destOrd="0" presId="urn:microsoft.com/office/officeart/2005/8/layout/cycle5"/>
    <dgm:cxn modelId="{2FD7CA2C-E1B6-4158-AED4-F7FC13CEA25D}" type="presParOf" srcId="{798E1649-D85E-422F-84FD-62BEADFC3C00}" destId="{4194F931-A964-48BE-8E30-4DE6D54FB046}" srcOrd="11" destOrd="0" presId="urn:microsoft.com/office/officeart/2005/8/layout/cycle5"/>
    <dgm:cxn modelId="{E7239D79-5870-4C53-8A75-7B59C5129CD6}" type="presParOf" srcId="{798E1649-D85E-422F-84FD-62BEADFC3C00}" destId="{B70C0CB1-BE56-4D17-B5AF-EE98EE32C831}" srcOrd="12" destOrd="0" presId="urn:microsoft.com/office/officeart/2005/8/layout/cycle5"/>
    <dgm:cxn modelId="{F4E96B8D-9CD1-4658-99CA-4D23D6AC2E21}" type="presParOf" srcId="{798E1649-D85E-422F-84FD-62BEADFC3C00}" destId="{0EEDC387-FCF7-4D8D-B562-8DD74B38F9C3}" srcOrd="13" destOrd="0" presId="urn:microsoft.com/office/officeart/2005/8/layout/cycle5"/>
    <dgm:cxn modelId="{C144581F-1491-41BB-B51F-B8FD78F2EEB2}" type="presParOf" srcId="{798E1649-D85E-422F-84FD-62BEADFC3C00}" destId="{8E6462D0-801B-49D1-8AE2-CAA6FEBB0276}" srcOrd="14" destOrd="0" presId="urn:microsoft.com/office/officeart/2005/8/layout/cycle5"/>
  </dgm:cxnLst>
  <dgm:bg/>
  <dgm:whole>
    <a:ln w="3175"/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26C1E-92BF-49EC-9FFA-722BB0CD11FC}">
      <dsp:nvSpPr>
        <dsp:cNvPr id="0" name=""/>
        <dsp:cNvSpPr/>
      </dsp:nvSpPr>
      <dsp:spPr>
        <a:xfrm>
          <a:off x="1688615" y="887"/>
          <a:ext cx="1258539" cy="8180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Indentificação do risco</a:t>
          </a:r>
        </a:p>
      </dsp:txBody>
      <dsp:txXfrm>
        <a:off x="1728549" y="40821"/>
        <a:ext cx="1178671" cy="738182"/>
      </dsp:txXfrm>
    </dsp:sp>
    <dsp:sp modelId="{18ED23CC-ACCD-43E2-BFC2-90283DFB8FB8}">
      <dsp:nvSpPr>
        <dsp:cNvPr id="0" name=""/>
        <dsp:cNvSpPr/>
      </dsp:nvSpPr>
      <dsp:spPr>
        <a:xfrm>
          <a:off x="682086" y="409912"/>
          <a:ext cx="3271597" cy="3271597"/>
        </a:xfrm>
        <a:custGeom>
          <a:avLst/>
          <a:gdLst/>
          <a:ahLst/>
          <a:cxnLst/>
          <a:rect l="0" t="0" r="0" b="0"/>
          <a:pathLst>
            <a:path>
              <a:moveTo>
                <a:pt x="2434017" y="207973"/>
              </a:moveTo>
              <a:arcTo wR="1635798" hR="1635798" stAng="17952430" swAng="1213135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A3FD7-98F5-4A54-BCD2-4D240E741BB2}">
      <dsp:nvSpPr>
        <dsp:cNvPr id="0" name=""/>
        <dsp:cNvSpPr/>
      </dsp:nvSpPr>
      <dsp:spPr>
        <a:xfrm>
          <a:off x="3244352" y="1131196"/>
          <a:ext cx="1258539" cy="818050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Avaliação</a:t>
          </a:r>
        </a:p>
      </dsp:txBody>
      <dsp:txXfrm>
        <a:off x="3284286" y="1171130"/>
        <a:ext cx="1178671" cy="738182"/>
      </dsp:txXfrm>
    </dsp:sp>
    <dsp:sp modelId="{0A436116-AA0C-4F34-BCA4-C2EFD02E8605}">
      <dsp:nvSpPr>
        <dsp:cNvPr id="0" name=""/>
        <dsp:cNvSpPr/>
      </dsp:nvSpPr>
      <dsp:spPr>
        <a:xfrm>
          <a:off x="682086" y="409912"/>
          <a:ext cx="3271597" cy="3271597"/>
        </a:xfrm>
        <a:custGeom>
          <a:avLst/>
          <a:gdLst/>
          <a:ahLst/>
          <a:cxnLst/>
          <a:rect l="0" t="0" r="0" b="0"/>
          <a:pathLst>
            <a:path>
              <a:moveTo>
                <a:pt x="3267690" y="1748784"/>
              </a:moveTo>
              <a:arcTo wR="1635798" hR="1635798" stAng="21837637" swAng="1360961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93A507-AB8A-4337-BB0C-9634C6CB1CAC}">
      <dsp:nvSpPr>
        <dsp:cNvPr id="0" name=""/>
        <dsp:cNvSpPr/>
      </dsp:nvSpPr>
      <dsp:spPr>
        <a:xfrm>
          <a:off x="2650114" y="2960074"/>
          <a:ext cx="1258539" cy="8180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Priorização</a:t>
          </a:r>
        </a:p>
      </dsp:txBody>
      <dsp:txXfrm>
        <a:off x="2690048" y="3000008"/>
        <a:ext cx="1178671" cy="738182"/>
      </dsp:txXfrm>
    </dsp:sp>
    <dsp:sp modelId="{1CA56B6A-DA3A-47DB-BFF9-2FEFA9C24E73}">
      <dsp:nvSpPr>
        <dsp:cNvPr id="0" name=""/>
        <dsp:cNvSpPr/>
      </dsp:nvSpPr>
      <dsp:spPr>
        <a:xfrm>
          <a:off x="682086" y="409912"/>
          <a:ext cx="3271597" cy="3271597"/>
        </a:xfrm>
        <a:custGeom>
          <a:avLst/>
          <a:gdLst/>
          <a:ahLst/>
          <a:cxnLst/>
          <a:rect l="0" t="0" r="0" b="0"/>
          <a:pathLst>
            <a:path>
              <a:moveTo>
                <a:pt x="1836952" y="3259182"/>
              </a:moveTo>
              <a:arcTo wR="1635798" hR="1635798" stAng="4976187" swAng="847625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301C3-4304-45D2-8981-6DEA9159B3F7}">
      <dsp:nvSpPr>
        <dsp:cNvPr id="0" name=""/>
        <dsp:cNvSpPr/>
      </dsp:nvSpPr>
      <dsp:spPr>
        <a:xfrm>
          <a:off x="727117" y="2960074"/>
          <a:ext cx="1258539" cy="8180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Elaboração plano estratégico</a:t>
          </a:r>
        </a:p>
      </dsp:txBody>
      <dsp:txXfrm>
        <a:off x="767051" y="3000008"/>
        <a:ext cx="1178671" cy="738182"/>
      </dsp:txXfrm>
    </dsp:sp>
    <dsp:sp modelId="{4194F931-A964-48BE-8E30-4DE6D54FB046}">
      <dsp:nvSpPr>
        <dsp:cNvPr id="0" name=""/>
        <dsp:cNvSpPr/>
      </dsp:nvSpPr>
      <dsp:spPr>
        <a:xfrm>
          <a:off x="682086" y="409912"/>
          <a:ext cx="3271597" cy="3271597"/>
        </a:xfrm>
        <a:custGeom>
          <a:avLst/>
          <a:gdLst/>
          <a:ahLst/>
          <a:cxnLst/>
          <a:rect l="0" t="0" r="0" b="0"/>
          <a:pathLst>
            <a:path>
              <a:moveTo>
                <a:pt x="173696" y="2369347"/>
              </a:moveTo>
              <a:arcTo wR="1635798" hR="1635798" stAng="9201402" swAng="1360961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0C0CB1-BE56-4D17-B5AF-EE98EE32C831}">
      <dsp:nvSpPr>
        <dsp:cNvPr id="0" name=""/>
        <dsp:cNvSpPr/>
      </dsp:nvSpPr>
      <dsp:spPr>
        <a:xfrm>
          <a:off x="132878" y="1131196"/>
          <a:ext cx="1258539" cy="8180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Monitoramento</a:t>
          </a:r>
        </a:p>
      </dsp:txBody>
      <dsp:txXfrm>
        <a:off x="172812" y="1171130"/>
        <a:ext cx="1178671" cy="738182"/>
      </dsp:txXfrm>
    </dsp:sp>
    <dsp:sp modelId="{8E6462D0-801B-49D1-8AE2-CAA6FEBB0276}">
      <dsp:nvSpPr>
        <dsp:cNvPr id="0" name=""/>
        <dsp:cNvSpPr/>
      </dsp:nvSpPr>
      <dsp:spPr>
        <a:xfrm>
          <a:off x="682086" y="409912"/>
          <a:ext cx="3271597" cy="3271597"/>
        </a:xfrm>
        <a:custGeom>
          <a:avLst/>
          <a:gdLst/>
          <a:ahLst/>
          <a:cxnLst/>
          <a:rect l="0" t="0" r="0" b="0"/>
          <a:pathLst>
            <a:path>
              <a:moveTo>
                <a:pt x="393299" y="571828"/>
              </a:moveTo>
              <a:arcTo wR="1635798" hR="1635798" stAng="13234435" swAng="1213135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GESTÃO DE RISCO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Conceitos de Riscos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“possibilidade de algo não dar certo, mas seu conceito atual envolve </a:t>
            </a: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a quantificação e a qualificação da incerteza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, tanto no que diz respeito às perdas como aos ganhos, com relação ao rumo dos acontecimentos planejados”. </a:t>
            </a:r>
          </a:p>
          <a:p>
            <a:pPr marL="457200" indent="-457200" algn="just">
              <a:lnSpc>
                <a:spcPct val="150000"/>
              </a:lnSpc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Assi (2018, p. 98)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Gestão de Riscos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5746114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endParaRPr lang="pt-BR" sz="2800" dirty="0">
              <a:effectLst/>
              <a:latin typeface="Barlow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800" dirty="0">
              <a:latin typeface="Barlow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riscos a que a organização está sujeita devem ser gerenciados para subsidiar a tomada </a:t>
            </a:r>
            <a:r>
              <a:rPr lang="pt-BR" sz="2800" dirty="0">
                <a:latin typeface="Barlow" panose="00000500000000000000" pitchFamily="2" charset="0"/>
                <a:cs typeface="Times New Roman" panose="02020603050405020304" pitchFamily="18" charset="0"/>
              </a:rPr>
              <a:t>de decisão.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3C5D294-3E4F-A385-BD5C-DDDA45C65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9701241"/>
              </p:ext>
            </p:extLst>
          </p:nvPr>
        </p:nvGraphicFramePr>
        <p:xfrm>
          <a:off x="6836229" y="2286001"/>
          <a:ext cx="4635771" cy="3833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Gestão de Riscos na </a:t>
            </a:r>
            <a:br>
              <a:rPr lang="pt-BR" sz="3200" dirty="0"/>
            </a:br>
            <a:r>
              <a:rPr lang="pt-BR" sz="3200" dirty="0"/>
              <a:t>Governança Corporativa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8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O gerenciamento de riscos corporativos permite que as empresas possuam uma característica proativa quanto as incertezas e vulnerabilidades, buscando reduzir o impacto em perdas e aumentar sua probabilidade de sucesso.</a:t>
            </a:r>
            <a:endParaRPr lang="pt-BR" sz="2800" i="1" dirty="0">
              <a:solidFill>
                <a:schemeClr val="tx1"/>
              </a:solidFill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r">
              <a:buNone/>
            </a:pPr>
            <a:r>
              <a:rPr lang="pt-BR" sz="28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BLOK (2020)</a:t>
            </a: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39999" y="1905479"/>
            <a:ext cx="11068971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Conceito de riscos dentro de uma organização;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Influências dos riscos exógenos e endógenas causados pelos riscos de uma organização;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Gestão de Riscos como ferramenta de gestão, observadas as </a:t>
            </a:r>
            <a:r>
              <a:rPr lang="pt-BR" sz="2800"/>
              <a:t>legislações vigentes.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166</Words>
  <Application>Microsoft Office PowerPoint</Application>
  <PresentationFormat>Widescreen</PresentationFormat>
  <Paragraphs>25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Barlow</vt:lpstr>
      <vt:lpstr>Calibri</vt:lpstr>
      <vt:lpstr>Barlow SemiBold</vt:lpstr>
      <vt:lpstr>Simple Light</vt:lpstr>
      <vt:lpstr>Personalizar design</vt:lpstr>
      <vt:lpstr>GESTÃO DE RISCO </vt:lpstr>
      <vt:lpstr>Conceitos de Riscos</vt:lpstr>
      <vt:lpstr>Gestão de Riscos</vt:lpstr>
      <vt:lpstr>Gestão de Riscos na  Governança Corporativa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2022-06-14T02:09:38Z</dcterms:modified>
</cp:coreProperties>
</file>