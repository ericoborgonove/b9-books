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59" r:id="rId5"/>
    <p:sldId id="261" r:id="rId6"/>
    <p:sldId id="260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Legislação Aplicada ao Compliance nos Estados Brasileiros.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nos Estados Brasileiros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34178" y="2004762"/>
            <a:ext cx="10723643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 desenvolvimento de uma cultura mais transparente e de anticorrupção, um novo formato de gestão, surge, voltado para o desenvolvimento e da conformação jurídica de um sistema estrutural e normativo como intuito da indução da integridade pelo país um novo formato legislativo de proteção do erário público, e de seus interesses. </a:t>
            </a: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nos Estados Brasileiros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Assim segundo Carvalho (2021), urgiu a necessidade elaboração de normas de Compliance em cada estado membro para que torne a lei de corrupção (Lei Federal), mais acessível às especificidades de cada região Brasileira. 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90C36-A606-BDB5-71BA-0086E484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Normas De Integridade Dos Estados Membros</a:t>
            </a:r>
            <a:endParaRPr lang="pt-BR" sz="2800" b="1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1100C3-3D13-6207-C3F9-0D9994D56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2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1011EE-DD55-3B71-4DA2-7536B30E3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000" t="13927" r="16577" b="8838"/>
          <a:stretch/>
        </p:blipFill>
        <p:spPr>
          <a:xfrm>
            <a:off x="2892083" y="1410933"/>
            <a:ext cx="6175717" cy="490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4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800" b="1" i="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Barlow SemiBold" panose="00000700000000000000" pitchFamily="2" charset="0"/>
                <a:cs typeface="Calibri" panose="020F0502020204030204" pitchFamily="34" charset="0"/>
              </a:rPr>
              <a:t>Compliance nos Estados Brasileiros</a:t>
            </a:r>
            <a:endParaRPr sz="28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Hoje, o Brasil ainda está em fase de transição, porém, em poucos anos, essas normas se tornarão obrigatórias e decisivas em todo o país. Muitos estados e municípios estão buscando aprovar portarias regulamentando a Lei Anticorrupção para garantir ainda mais a integridade das parcerias público-privadas.</a:t>
            </a: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Regionalização da Lei Anticorrupção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Primeiras legislações estaduais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Panorama geral das legislações estaduais </a:t>
            </a:r>
            <a:r>
              <a:rPr lang="pt-BR" sz="2800"/>
              <a:t>de Compliance.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191</Words>
  <Application>Microsoft Office PowerPoint</Application>
  <PresentationFormat>Widescreen</PresentationFormat>
  <Paragraphs>13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Legislação Aplicada ao Compliance nos Estados Brasileiros.</vt:lpstr>
      <vt:lpstr>Compliance nos Estados Brasileiros</vt:lpstr>
      <vt:lpstr>Compliance nos Estados Brasileiros</vt:lpstr>
      <vt:lpstr>Normas De Integridade Dos Estados Membros</vt:lpstr>
      <vt:lpstr>Compliance nos Estados Brasileiros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2022-07-22T01:33:42Z</dcterms:modified>
</cp:coreProperties>
</file>