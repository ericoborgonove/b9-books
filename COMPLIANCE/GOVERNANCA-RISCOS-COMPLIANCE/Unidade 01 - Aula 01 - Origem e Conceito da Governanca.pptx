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068561" y="90677"/>
            <a:ext cx="3035935" cy="1720850"/>
          </a:xfrm>
          <a:custGeom>
            <a:avLst/>
            <a:gdLst/>
            <a:ahLst/>
            <a:cxnLst/>
            <a:rect l="l" t="t" r="r" b="b"/>
            <a:pathLst>
              <a:path w="3035934" h="1720850">
                <a:moveTo>
                  <a:pt x="3035807" y="0"/>
                </a:moveTo>
                <a:lnTo>
                  <a:pt x="0" y="0"/>
                </a:lnTo>
                <a:lnTo>
                  <a:pt x="0" y="1720596"/>
                </a:lnTo>
                <a:lnTo>
                  <a:pt x="3035807" y="1720596"/>
                </a:lnTo>
                <a:lnTo>
                  <a:pt x="30358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068561" y="90677"/>
            <a:ext cx="3035935" cy="1720850"/>
          </a:xfrm>
          <a:custGeom>
            <a:avLst/>
            <a:gdLst/>
            <a:ahLst/>
            <a:cxnLst/>
            <a:rect l="l" t="t" r="r" b="b"/>
            <a:pathLst>
              <a:path w="3035934" h="1720850">
                <a:moveTo>
                  <a:pt x="0" y="1720596"/>
                </a:moveTo>
                <a:lnTo>
                  <a:pt x="3035807" y="1720596"/>
                </a:lnTo>
                <a:lnTo>
                  <a:pt x="3035807" y="0"/>
                </a:lnTo>
                <a:lnTo>
                  <a:pt x="0" y="0"/>
                </a:lnTo>
                <a:lnTo>
                  <a:pt x="0" y="1720596"/>
                </a:lnTo>
                <a:close/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5278" y="3173349"/>
            <a:ext cx="9521443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0266" y="2408300"/>
            <a:ext cx="11691467" cy="2372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491865">
              <a:lnSpc>
                <a:spcPct val="100000"/>
              </a:lnSpc>
              <a:spcBef>
                <a:spcPts val="105"/>
              </a:spcBef>
            </a:pPr>
            <a:r>
              <a:rPr dirty="0" spc="-275"/>
              <a:t>Origem</a:t>
            </a:r>
            <a:r>
              <a:rPr dirty="0" spc="-325"/>
              <a:t> </a:t>
            </a:r>
            <a:r>
              <a:rPr dirty="0" spc="-170"/>
              <a:t>e</a:t>
            </a:r>
            <a:r>
              <a:rPr dirty="0" spc="-310"/>
              <a:t> </a:t>
            </a:r>
            <a:r>
              <a:rPr dirty="0" spc="-229"/>
              <a:t>Co</a:t>
            </a:r>
            <a:r>
              <a:rPr dirty="0" spc="-245"/>
              <a:t>n</a:t>
            </a:r>
            <a:r>
              <a:rPr dirty="0" spc="-130"/>
              <a:t>ceito</a:t>
            </a:r>
            <a:r>
              <a:rPr dirty="0" spc="-325"/>
              <a:t> </a:t>
            </a:r>
            <a:r>
              <a:rPr dirty="0" spc="-235"/>
              <a:t>da</a:t>
            </a:r>
            <a:r>
              <a:rPr dirty="0" spc="-300"/>
              <a:t> </a:t>
            </a:r>
            <a:r>
              <a:rPr dirty="0" spc="-250"/>
              <a:t>Gover</a:t>
            </a:r>
            <a:r>
              <a:rPr dirty="0" spc="-280"/>
              <a:t>n</a:t>
            </a:r>
            <a:r>
              <a:rPr dirty="0" spc="-195"/>
              <a:t>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248" y="729741"/>
            <a:ext cx="408940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60"/>
              <a:t>Origem</a:t>
            </a:r>
            <a:r>
              <a:rPr dirty="0" spc="-320"/>
              <a:t> </a:t>
            </a:r>
            <a:r>
              <a:rPr dirty="0" spc="-215"/>
              <a:t>da</a:t>
            </a:r>
            <a:r>
              <a:rPr dirty="0" spc="-300"/>
              <a:t> </a:t>
            </a:r>
            <a:r>
              <a:rPr dirty="0" spc="-434"/>
              <a:t>G</a:t>
            </a:r>
            <a:r>
              <a:rPr dirty="0" spc="-190"/>
              <a:t>overnança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167765" indent="-457200">
              <a:lnSpc>
                <a:spcPct val="100000"/>
              </a:lnSpc>
              <a:spcBef>
                <a:spcPts val="95"/>
              </a:spcBef>
              <a:buClr>
                <a:srgbClr val="DC0984"/>
              </a:buClr>
              <a:buSzPct val="64285"/>
              <a:buFont typeface="Times New Roman"/>
              <a:buChar char="●"/>
              <a:tabLst>
                <a:tab pos="1168400" algn="l"/>
                <a:tab pos="1169035" algn="l"/>
              </a:tabLst>
            </a:pPr>
            <a:r>
              <a:rPr dirty="0" spc="35"/>
              <a:t>Ber</a:t>
            </a:r>
            <a:r>
              <a:rPr dirty="0" spc="25"/>
              <a:t>l</a:t>
            </a:r>
            <a:r>
              <a:rPr dirty="0" spc="15"/>
              <a:t>e</a:t>
            </a:r>
            <a:r>
              <a:rPr dirty="0" spc="-320"/>
              <a:t> </a:t>
            </a:r>
            <a:r>
              <a:rPr dirty="0" spc="15"/>
              <a:t>e</a:t>
            </a:r>
            <a:r>
              <a:rPr dirty="0" spc="-315"/>
              <a:t> </a:t>
            </a:r>
            <a:r>
              <a:rPr dirty="0" spc="-30"/>
              <a:t>Mean</a:t>
            </a:r>
            <a:r>
              <a:rPr dirty="0" spc="-20"/>
              <a:t>s</a:t>
            </a:r>
            <a:r>
              <a:rPr dirty="0" spc="-110"/>
              <a:t>,</a:t>
            </a:r>
            <a:r>
              <a:rPr dirty="0" spc="-320"/>
              <a:t> </a:t>
            </a:r>
            <a:r>
              <a:rPr dirty="0" spc="-185"/>
              <a:t>1932</a:t>
            </a:r>
          </a:p>
          <a:p>
            <a:pPr marL="698500">
              <a:lnSpc>
                <a:spcPct val="100000"/>
              </a:lnSpc>
              <a:spcBef>
                <a:spcPts val="30"/>
              </a:spcBef>
              <a:buClr>
                <a:srgbClr val="DC0984"/>
              </a:buClr>
              <a:buFont typeface="Times New Roman"/>
              <a:buChar char="●"/>
            </a:pPr>
            <a:endParaRPr sz="4150"/>
          </a:p>
          <a:p>
            <a:pPr marL="1167765" marR="5080" indent="-457200">
              <a:lnSpc>
                <a:spcPct val="150100"/>
              </a:lnSpc>
              <a:buClr>
                <a:srgbClr val="DC0984"/>
              </a:buClr>
              <a:buSzPct val="64285"/>
              <a:buFont typeface="Times New Roman"/>
              <a:buChar char="●"/>
              <a:tabLst>
                <a:tab pos="1168400" algn="l"/>
                <a:tab pos="1169035" algn="l"/>
                <a:tab pos="2846705" algn="l"/>
                <a:tab pos="4780915" algn="l"/>
                <a:tab pos="6569075" algn="l"/>
                <a:tab pos="7934959" algn="l"/>
                <a:tab pos="8752840" algn="l"/>
                <a:tab pos="10259060" algn="l"/>
              </a:tabLst>
            </a:pPr>
            <a:r>
              <a:rPr dirty="0" spc="-10"/>
              <a:t>Seg</a:t>
            </a:r>
            <a:r>
              <a:rPr dirty="0" spc="-5"/>
              <a:t>u</a:t>
            </a:r>
            <a:r>
              <a:rPr dirty="0" spc="-40"/>
              <a:t>nda</a:t>
            </a:r>
            <a:r>
              <a:rPr dirty="0"/>
              <a:t>	</a:t>
            </a:r>
            <a:r>
              <a:rPr dirty="0" spc="-20"/>
              <a:t>Revo</a:t>
            </a:r>
            <a:r>
              <a:rPr dirty="0" spc="-5"/>
              <a:t>l</a:t>
            </a:r>
            <a:r>
              <a:rPr dirty="0" spc="50"/>
              <a:t>u</a:t>
            </a:r>
            <a:r>
              <a:rPr dirty="0" spc="25"/>
              <a:t>ç</a:t>
            </a:r>
            <a:r>
              <a:rPr dirty="0" spc="-25"/>
              <a:t>ão</a:t>
            </a:r>
            <a:r>
              <a:rPr dirty="0"/>
              <a:t>	</a:t>
            </a:r>
            <a:r>
              <a:rPr dirty="0" spc="-75"/>
              <a:t>Indu</a:t>
            </a:r>
            <a:r>
              <a:rPr dirty="0" spc="-65"/>
              <a:t>s</a:t>
            </a:r>
            <a:r>
              <a:rPr dirty="0" spc="25"/>
              <a:t>trial</a:t>
            </a:r>
            <a:r>
              <a:rPr dirty="0"/>
              <a:t>	</a:t>
            </a:r>
            <a:r>
              <a:rPr dirty="0" spc="35"/>
              <a:t>iniciou</a:t>
            </a:r>
            <a:r>
              <a:rPr dirty="0"/>
              <a:t>	</a:t>
            </a:r>
            <a:r>
              <a:rPr dirty="0" spc="-55"/>
              <a:t>um</a:t>
            </a:r>
            <a:r>
              <a:rPr dirty="0"/>
              <a:t>	</a:t>
            </a:r>
            <a:r>
              <a:rPr dirty="0" spc="5"/>
              <a:t>pe</a:t>
            </a:r>
            <a:r>
              <a:rPr dirty="0" spc="10"/>
              <a:t>r</a:t>
            </a:r>
            <a:r>
              <a:rPr dirty="0" spc="-20"/>
              <a:t>íodo</a:t>
            </a:r>
            <a:r>
              <a:rPr dirty="0"/>
              <a:t>	</a:t>
            </a:r>
            <a:r>
              <a:rPr dirty="0" spc="-10"/>
              <a:t>chama</a:t>
            </a:r>
            <a:r>
              <a:rPr dirty="0" spc="-20"/>
              <a:t>d</a:t>
            </a:r>
            <a:r>
              <a:rPr dirty="0"/>
              <a:t>o  </a:t>
            </a:r>
            <a:r>
              <a:rPr dirty="0" spc="-120"/>
              <a:t>"</a:t>
            </a:r>
            <a:r>
              <a:rPr dirty="0" spc="-120" i="1">
                <a:latin typeface="Trebuchet MS"/>
                <a:cs typeface="Trebuchet MS"/>
              </a:rPr>
              <a:t>industrialização</a:t>
            </a:r>
            <a:r>
              <a:rPr dirty="0" spc="-120"/>
              <a:t>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248" y="729741"/>
            <a:ext cx="441960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0"/>
              <a:t>Concei</a:t>
            </a:r>
            <a:r>
              <a:rPr dirty="0" spc="-130"/>
              <a:t>t</a:t>
            </a:r>
            <a:r>
              <a:rPr dirty="0" spc="-195"/>
              <a:t>o</a:t>
            </a:r>
            <a:r>
              <a:rPr dirty="0" spc="-300"/>
              <a:t> </a:t>
            </a:r>
            <a:r>
              <a:rPr dirty="0" spc="-180"/>
              <a:t>de</a:t>
            </a:r>
            <a:r>
              <a:rPr dirty="0" spc="-300"/>
              <a:t> </a:t>
            </a:r>
            <a:r>
              <a:rPr dirty="0" spc="-434"/>
              <a:t>G</a:t>
            </a:r>
            <a:r>
              <a:rPr dirty="0" spc="-190"/>
              <a:t>overnança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9462" y="2013966"/>
            <a:ext cx="11092180" cy="3887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>
                <a:solidFill>
                  <a:srgbClr val="585858"/>
                </a:solidFill>
                <a:latin typeface="Tahoma"/>
                <a:cs typeface="Tahoma"/>
              </a:rPr>
              <a:t>Segundo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585858"/>
                </a:solidFill>
                <a:latin typeface="Tahoma"/>
                <a:cs typeface="Tahoma"/>
              </a:rPr>
              <a:t>o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585858"/>
                </a:solidFill>
                <a:latin typeface="Tahoma"/>
                <a:cs typeface="Tahoma"/>
              </a:rPr>
              <a:t>Daniel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Lança</a:t>
            </a:r>
            <a:r>
              <a:rPr dirty="0" sz="2800" spc="2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345">
                <a:solidFill>
                  <a:srgbClr val="585858"/>
                </a:solidFill>
                <a:latin typeface="Tahoma"/>
                <a:cs typeface="Tahoma"/>
              </a:rPr>
              <a:t>(</a:t>
            </a:r>
            <a:r>
              <a:rPr dirty="0" sz="2800" spc="-180">
                <a:solidFill>
                  <a:srgbClr val="585858"/>
                </a:solidFill>
                <a:latin typeface="Tahoma"/>
                <a:cs typeface="Tahoma"/>
              </a:rPr>
              <a:t>20</a:t>
            </a:r>
            <a:r>
              <a:rPr dirty="0" sz="2800" spc="-175">
                <a:solidFill>
                  <a:srgbClr val="585858"/>
                </a:solidFill>
                <a:latin typeface="Tahoma"/>
                <a:cs typeface="Tahoma"/>
              </a:rPr>
              <a:t>1</a:t>
            </a:r>
            <a:r>
              <a:rPr dirty="0" sz="2800" spc="-80">
                <a:solidFill>
                  <a:srgbClr val="585858"/>
                </a:solidFill>
                <a:latin typeface="Tahoma"/>
                <a:cs typeface="Tahoma"/>
              </a:rPr>
              <a:t>9</a:t>
            </a:r>
            <a:r>
              <a:rPr dirty="0" sz="2800" spc="-345">
                <a:solidFill>
                  <a:srgbClr val="585858"/>
                </a:solidFill>
                <a:latin typeface="Tahoma"/>
                <a:cs typeface="Tahoma"/>
              </a:rPr>
              <a:t>)</a:t>
            </a:r>
            <a:r>
              <a:rPr dirty="0" sz="2800" spc="-45">
                <a:solidFill>
                  <a:srgbClr val="585858"/>
                </a:solidFill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2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5"/>
              </a:spcBef>
            </a:pP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28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585858"/>
                </a:solidFill>
                <a:latin typeface="Tahoma"/>
                <a:cs typeface="Tahoma"/>
              </a:rPr>
              <a:t>evolução</a:t>
            </a:r>
            <a:r>
              <a:rPr dirty="0" sz="2800" spc="-1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5">
                <a:solidFill>
                  <a:srgbClr val="585858"/>
                </a:solidFill>
                <a:latin typeface="Tahoma"/>
                <a:cs typeface="Tahoma"/>
              </a:rPr>
              <a:t>de</a:t>
            </a:r>
            <a:r>
              <a:rPr dirty="0" sz="28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costumes</a:t>
            </a:r>
            <a:r>
              <a:rPr dirty="0" sz="28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e</a:t>
            </a:r>
            <a:r>
              <a:rPr dirty="0" sz="28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40">
                <a:solidFill>
                  <a:srgbClr val="585858"/>
                </a:solidFill>
                <a:latin typeface="Tahoma"/>
                <a:cs typeface="Tahoma"/>
              </a:rPr>
              <a:t>da</a:t>
            </a:r>
            <a:r>
              <a:rPr dirty="0" sz="28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moralidade</a:t>
            </a:r>
            <a:r>
              <a:rPr dirty="0" sz="28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35">
                <a:solidFill>
                  <a:srgbClr val="585858"/>
                </a:solidFill>
                <a:latin typeface="Tahoma"/>
                <a:cs typeface="Tahoma"/>
              </a:rPr>
              <a:t>da</a:t>
            </a:r>
            <a:r>
              <a:rPr dirty="0" sz="28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585858"/>
                </a:solidFill>
                <a:latin typeface="Tahoma"/>
                <a:cs typeface="Tahoma"/>
              </a:rPr>
              <a:t>população</a:t>
            </a:r>
            <a:r>
              <a:rPr dirty="0" sz="28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35">
                <a:solidFill>
                  <a:srgbClr val="585858"/>
                </a:solidFill>
                <a:latin typeface="Tahoma"/>
                <a:cs typeface="Tahoma"/>
              </a:rPr>
              <a:t>mundial,</a:t>
            </a:r>
            <a:r>
              <a:rPr dirty="0" sz="2800" spc="-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585858"/>
                </a:solidFill>
                <a:latin typeface="Tahoma"/>
                <a:cs typeface="Tahoma"/>
              </a:rPr>
              <a:t>trouxe </a:t>
            </a:r>
            <a:r>
              <a:rPr dirty="0" sz="2800" spc="-8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diversas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5">
                <a:solidFill>
                  <a:srgbClr val="585858"/>
                </a:solidFill>
                <a:latin typeface="Tahoma"/>
                <a:cs typeface="Tahoma"/>
              </a:rPr>
              <a:t>mudanças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50">
                <a:solidFill>
                  <a:srgbClr val="585858"/>
                </a:solidFill>
                <a:latin typeface="Tahoma"/>
                <a:cs typeface="Tahoma"/>
              </a:rPr>
              <a:t>na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30">
                <a:solidFill>
                  <a:srgbClr val="585858"/>
                </a:solidFill>
                <a:latin typeface="Tahoma"/>
                <a:cs typeface="Tahoma"/>
              </a:rPr>
              <a:t>sociedade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60">
                <a:solidFill>
                  <a:srgbClr val="585858"/>
                </a:solidFill>
                <a:latin typeface="Tahoma"/>
                <a:cs typeface="Tahoma"/>
              </a:rPr>
              <a:t>humana,</a:t>
            </a:r>
            <a:r>
              <a:rPr dirty="0" sz="2800" spc="-3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50">
                <a:solidFill>
                  <a:srgbClr val="585858"/>
                </a:solidFill>
                <a:latin typeface="Tahoma"/>
                <a:cs typeface="Tahoma"/>
              </a:rPr>
              <a:t>uma</a:t>
            </a:r>
            <a:r>
              <a:rPr dirty="0" sz="2800" spc="-3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delas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é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45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585858"/>
                </a:solidFill>
                <a:latin typeface="Tahoma"/>
                <a:cs typeface="Tahoma"/>
              </a:rPr>
              <a:t>baixa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585858"/>
                </a:solidFill>
                <a:latin typeface="Tahoma"/>
                <a:cs typeface="Tahoma"/>
              </a:rPr>
              <a:t>aceitação </a:t>
            </a:r>
            <a:r>
              <a:rPr dirty="0" sz="2800" spc="-8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25">
                <a:solidFill>
                  <a:srgbClr val="585858"/>
                </a:solidFill>
                <a:latin typeface="Tahoma"/>
                <a:cs typeface="Tahoma"/>
              </a:rPr>
              <a:t>dos </a:t>
            </a: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consumidores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e investidores, </a:t>
            </a:r>
            <a:r>
              <a:rPr dirty="0" sz="2800" spc="-20">
                <a:solidFill>
                  <a:srgbClr val="585858"/>
                </a:solidFill>
                <a:latin typeface="Tahoma"/>
                <a:cs typeface="Tahoma"/>
              </a:rPr>
              <a:t>para 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com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organizações </a:t>
            </a:r>
            <a:r>
              <a:rPr dirty="0" sz="2800" spc="-15">
                <a:solidFill>
                  <a:srgbClr val="585858"/>
                </a:solidFill>
                <a:latin typeface="Tahoma"/>
                <a:cs typeface="Tahoma"/>
              </a:rPr>
              <a:t>quer sejam 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públicas, </a:t>
            </a:r>
            <a:r>
              <a:rPr dirty="0" sz="2800" spc="-15">
                <a:solidFill>
                  <a:srgbClr val="585858"/>
                </a:solidFill>
                <a:latin typeface="Tahoma"/>
                <a:cs typeface="Tahoma"/>
              </a:rPr>
              <a:t>quer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15">
                <a:solidFill>
                  <a:srgbClr val="585858"/>
                </a:solidFill>
                <a:latin typeface="Tahoma"/>
                <a:cs typeface="Tahoma"/>
              </a:rPr>
              <a:t>sejam privadas,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as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quais </a:t>
            </a: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suas condutas </a:t>
            </a:r>
            <a:r>
              <a:rPr dirty="0" sz="2800" spc="-30">
                <a:solidFill>
                  <a:srgbClr val="585858"/>
                </a:solidFill>
                <a:latin typeface="Tahoma"/>
                <a:cs typeface="Tahoma"/>
              </a:rPr>
              <a:t>andem</a:t>
            </a:r>
            <a:r>
              <a:rPr dirty="0" sz="2800" spc="-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45">
                <a:solidFill>
                  <a:srgbClr val="585858"/>
                </a:solidFill>
                <a:latin typeface="Tahoma"/>
                <a:cs typeface="Tahoma"/>
              </a:rPr>
              <a:t>na </a:t>
            </a:r>
            <a:r>
              <a:rPr dirty="0" sz="28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contramão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do</a:t>
            </a:r>
            <a:r>
              <a:rPr dirty="0" sz="2800" spc="-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25">
                <a:solidFill>
                  <a:srgbClr val="585858"/>
                </a:solidFill>
                <a:latin typeface="Tahoma"/>
                <a:cs typeface="Tahoma"/>
              </a:rPr>
              <a:t>socialmente</a:t>
            </a:r>
            <a:r>
              <a:rPr dirty="0" sz="2800" spc="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5">
                <a:solidFill>
                  <a:srgbClr val="585858"/>
                </a:solidFill>
                <a:latin typeface="Tahoma"/>
                <a:cs typeface="Tahoma"/>
              </a:rPr>
              <a:t>aceitável,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do</a:t>
            </a:r>
            <a:r>
              <a:rPr dirty="0" sz="2800" spc="-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30">
                <a:solidFill>
                  <a:srgbClr val="585858"/>
                </a:solidFill>
                <a:latin typeface="Tahoma"/>
                <a:cs typeface="Tahoma"/>
              </a:rPr>
              <a:t>politicamente</a:t>
            </a:r>
            <a:r>
              <a:rPr dirty="0" sz="2800" spc="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correto,</a:t>
            </a:r>
            <a:r>
              <a:rPr dirty="0" sz="2800" spc="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e </a:t>
            </a:r>
            <a:r>
              <a:rPr dirty="0" sz="2800" spc="-8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sobretudo</a:t>
            </a:r>
            <a:r>
              <a:rPr dirty="0" sz="2800" spc="-2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15">
                <a:solidFill>
                  <a:srgbClr val="585858"/>
                </a:solidFill>
                <a:latin typeface="Tahoma"/>
                <a:cs typeface="Tahoma"/>
              </a:rPr>
              <a:t>e</a:t>
            </a:r>
            <a:r>
              <a:rPr dirty="0" sz="2800" spc="-15">
                <a:solidFill>
                  <a:srgbClr val="585858"/>
                </a:solidFill>
                <a:latin typeface="Tahoma"/>
                <a:cs typeface="Tahoma"/>
              </a:rPr>
              <a:t>m</a:t>
            </a:r>
            <a:r>
              <a:rPr dirty="0" sz="2800" spc="-3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desa</a:t>
            </a:r>
            <a:r>
              <a:rPr dirty="0" sz="2800" spc="25">
                <a:solidFill>
                  <a:srgbClr val="585858"/>
                </a:solidFill>
                <a:latin typeface="Tahoma"/>
                <a:cs typeface="Tahoma"/>
              </a:rPr>
              <a:t>c</a:t>
            </a:r>
            <a:r>
              <a:rPr dirty="0" sz="2800" spc="-5">
                <a:solidFill>
                  <a:srgbClr val="585858"/>
                </a:solidFill>
                <a:latin typeface="Tahoma"/>
                <a:cs typeface="Tahoma"/>
              </a:rPr>
              <a:t>ordo</a:t>
            </a:r>
            <a:r>
              <a:rPr dirty="0" sz="2800" spc="-3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com</a:t>
            </a:r>
            <a:r>
              <a:rPr dirty="0" sz="2800" spc="-3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2800" spc="25">
                <a:solidFill>
                  <a:srgbClr val="585858"/>
                </a:solidFill>
                <a:latin typeface="Tahoma"/>
                <a:cs typeface="Tahoma"/>
              </a:rPr>
              <a:t>s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585858"/>
                </a:solidFill>
                <a:latin typeface="Tahoma"/>
                <a:cs typeface="Tahoma"/>
              </a:rPr>
              <a:t>di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s</a:t>
            </a:r>
            <a:r>
              <a:rPr dirty="0" sz="2800" spc="50">
                <a:solidFill>
                  <a:srgbClr val="585858"/>
                </a:solidFill>
                <a:latin typeface="Tahoma"/>
                <a:cs typeface="Tahoma"/>
              </a:rPr>
              <a:t>posições</a:t>
            </a:r>
            <a:r>
              <a:rPr dirty="0" sz="2800" spc="-28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legais</a:t>
            </a:r>
            <a:r>
              <a:rPr dirty="0" sz="2800" spc="-75">
                <a:solidFill>
                  <a:srgbClr val="585858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248" y="729741"/>
            <a:ext cx="49479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0"/>
              <a:t>Govern</a:t>
            </a:r>
            <a:r>
              <a:rPr dirty="0" spc="-265"/>
              <a:t>a</a:t>
            </a:r>
            <a:r>
              <a:rPr dirty="0" spc="-180"/>
              <a:t>nça</a:t>
            </a:r>
            <a:r>
              <a:rPr dirty="0" spc="-320"/>
              <a:t> </a:t>
            </a:r>
            <a:r>
              <a:rPr dirty="0" spc="-195"/>
              <a:t>como</a:t>
            </a:r>
            <a:r>
              <a:rPr dirty="0" spc="-310"/>
              <a:t> </a:t>
            </a:r>
            <a:r>
              <a:rPr dirty="0" spc="-200"/>
              <a:t>in</a:t>
            </a:r>
            <a:r>
              <a:rPr dirty="0" spc="-275"/>
              <a:t>o</a:t>
            </a:r>
            <a:r>
              <a:rPr dirty="0" spc="-185"/>
              <a:t>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9462" y="2013966"/>
            <a:ext cx="11090275" cy="3887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65" b="1">
                <a:latin typeface="Tahoma"/>
                <a:cs typeface="Tahoma"/>
              </a:rPr>
              <a:t>Capitalismo</a:t>
            </a:r>
            <a:r>
              <a:rPr dirty="0" sz="2800" spc="-254" b="1">
                <a:latin typeface="Tahoma"/>
                <a:cs typeface="Tahoma"/>
              </a:rPr>
              <a:t> </a:t>
            </a:r>
            <a:r>
              <a:rPr dirty="0" sz="2800" spc="-145" b="1">
                <a:latin typeface="Tahoma"/>
                <a:cs typeface="Tahoma"/>
              </a:rPr>
              <a:t>Conscie</a:t>
            </a:r>
            <a:r>
              <a:rPr dirty="0" sz="2800" spc="-180" b="1">
                <a:latin typeface="Tahoma"/>
                <a:cs typeface="Tahoma"/>
              </a:rPr>
              <a:t>n</a:t>
            </a:r>
            <a:r>
              <a:rPr dirty="0" sz="2800" spc="-120" b="1">
                <a:latin typeface="Tahoma"/>
                <a:cs typeface="Tahoma"/>
              </a:rPr>
              <a:t>te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2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5"/>
              </a:spcBef>
            </a:pPr>
            <a:r>
              <a:rPr dirty="0" sz="2800" spc="-40" i="1">
                <a:solidFill>
                  <a:srgbClr val="585858"/>
                </a:solidFill>
                <a:latin typeface="Trebuchet MS"/>
                <a:cs typeface="Trebuchet MS"/>
              </a:rPr>
              <a:t>Trata-se </a:t>
            </a:r>
            <a:r>
              <a:rPr dirty="0" sz="2800" spc="-75" i="1">
                <a:solidFill>
                  <a:srgbClr val="585858"/>
                </a:solidFill>
                <a:latin typeface="Trebuchet MS"/>
                <a:cs typeface="Trebuchet MS"/>
              </a:rPr>
              <a:t>de </a:t>
            </a:r>
            <a:r>
              <a:rPr dirty="0" sz="2800" spc="-60" i="1">
                <a:solidFill>
                  <a:srgbClr val="585858"/>
                </a:solidFill>
                <a:latin typeface="Trebuchet MS"/>
                <a:cs typeface="Trebuchet MS"/>
              </a:rPr>
              <a:t>uma </a:t>
            </a:r>
            <a:r>
              <a:rPr dirty="0" sz="2800" spc="-80" i="1">
                <a:solidFill>
                  <a:srgbClr val="585858"/>
                </a:solidFill>
                <a:latin typeface="Trebuchet MS"/>
                <a:cs typeface="Trebuchet MS"/>
              </a:rPr>
              <a:t>maneira </a:t>
            </a:r>
            <a:r>
              <a:rPr dirty="0" sz="2800" spc="-70" i="1">
                <a:solidFill>
                  <a:srgbClr val="585858"/>
                </a:solidFill>
                <a:latin typeface="Trebuchet MS"/>
                <a:cs typeface="Trebuchet MS"/>
              </a:rPr>
              <a:t>de </a:t>
            </a:r>
            <a:r>
              <a:rPr dirty="0" sz="2800" spc="-35" i="1">
                <a:solidFill>
                  <a:srgbClr val="585858"/>
                </a:solidFill>
                <a:latin typeface="Trebuchet MS"/>
                <a:cs typeface="Trebuchet MS"/>
              </a:rPr>
              <a:t>pensar </a:t>
            </a:r>
            <a:r>
              <a:rPr dirty="0" sz="2800" spc="-25" i="1">
                <a:solidFill>
                  <a:srgbClr val="585858"/>
                </a:solidFill>
                <a:latin typeface="Trebuchet MS"/>
                <a:cs typeface="Trebuchet MS"/>
              </a:rPr>
              <a:t>o </a:t>
            </a:r>
            <a:r>
              <a:rPr dirty="0" sz="2800" spc="-35" i="1">
                <a:solidFill>
                  <a:srgbClr val="585858"/>
                </a:solidFill>
                <a:latin typeface="Trebuchet MS"/>
                <a:cs typeface="Trebuchet MS"/>
              </a:rPr>
              <a:t>negócio </a:t>
            </a:r>
            <a:r>
              <a:rPr dirty="0" sz="2800" spc="5" i="1">
                <a:solidFill>
                  <a:srgbClr val="585858"/>
                </a:solidFill>
                <a:latin typeface="Trebuchet MS"/>
                <a:cs typeface="Trebuchet MS"/>
              </a:rPr>
              <a:t>com </a:t>
            </a:r>
            <a:r>
              <a:rPr dirty="0" sz="2800" spc="-20" i="1">
                <a:solidFill>
                  <a:srgbClr val="585858"/>
                </a:solidFill>
                <a:latin typeface="Trebuchet MS"/>
                <a:cs typeface="Trebuchet MS"/>
              </a:rPr>
              <a:t>mais </a:t>
            </a:r>
            <a:r>
              <a:rPr dirty="0" sz="2800" i="1">
                <a:solidFill>
                  <a:srgbClr val="585858"/>
                </a:solidFill>
                <a:latin typeface="Trebuchet MS"/>
                <a:cs typeface="Trebuchet MS"/>
              </a:rPr>
              <a:t>consciência </a:t>
            </a:r>
            <a:r>
              <a:rPr dirty="0" sz="2800" spc="-65" i="1">
                <a:solidFill>
                  <a:srgbClr val="585858"/>
                </a:solidFill>
                <a:latin typeface="Trebuchet MS"/>
                <a:cs typeface="Trebuchet MS"/>
              </a:rPr>
              <a:t>de </a:t>
            </a:r>
            <a:r>
              <a:rPr dirty="0" sz="2800" spc="-830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i="1">
                <a:solidFill>
                  <a:srgbClr val="585858"/>
                </a:solidFill>
                <a:latin typeface="Trebuchet MS"/>
                <a:cs typeface="Trebuchet MS"/>
              </a:rPr>
              <a:t>seu </a:t>
            </a:r>
            <a:r>
              <a:rPr dirty="0" sz="2800" spc="-65" i="1">
                <a:solidFill>
                  <a:srgbClr val="585858"/>
                </a:solidFill>
                <a:latin typeface="Trebuchet MS"/>
                <a:cs typeface="Trebuchet MS"/>
              </a:rPr>
              <a:t>propósito </a:t>
            </a:r>
            <a:r>
              <a:rPr dirty="0" sz="2800" spc="-125" i="1">
                <a:solidFill>
                  <a:srgbClr val="585858"/>
                </a:solidFill>
                <a:latin typeface="Trebuchet MS"/>
                <a:cs typeface="Trebuchet MS"/>
              </a:rPr>
              <a:t>maior, </a:t>
            </a:r>
            <a:r>
              <a:rPr dirty="0" sz="2800" spc="-75" i="1">
                <a:solidFill>
                  <a:srgbClr val="585858"/>
                </a:solidFill>
                <a:latin typeface="Trebuchet MS"/>
                <a:cs typeface="Trebuchet MS"/>
              </a:rPr>
              <a:t>de </a:t>
            </a:r>
            <a:r>
              <a:rPr dirty="0" sz="2800" spc="45" i="1">
                <a:solidFill>
                  <a:srgbClr val="585858"/>
                </a:solidFill>
                <a:latin typeface="Trebuchet MS"/>
                <a:cs typeface="Trebuchet MS"/>
              </a:rPr>
              <a:t>seus </a:t>
            </a:r>
            <a:r>
              <a:rPr dirty="0" sz="2800" spc="-30" i="1">
                <a:solidFill>
                  <a:srgbClr val="585858"/>
                </a:solidFill>
                <a:latin typeface="Trebuchet MS"/>
                <a:cs typeface="Trebuchet MS"/>
              </a:rPr>
              <a:t>impactos </a:t>
            </a:r>
            <a:r>
              <a:rPr dirty="0" sz="2800" spc="-35" i="1">
                <a:solidFill>
                  <a:srgbClr val="585858"/>
                </a:solidFill>
                <a:latin typeface="Trebuchet MS"/>
                <a:cs typeface="Trebuchet MS"/>
              </a:rPr>
              <a:t>sobre </a:t>
            </a:r>
            <a:r>
              <a:rPr dirty="0" sz="2800" spc="-25" i="1">
                <a:solidFill>
                  <a:srgbClr val="585858"/>
                </a:solidFill>
                <a:latin typeface="Trebuchet MS"/>
                <a:cs typeface="Trebuchet MS"/>
              </a:rPr>
              <a:t>o </a:t>
            </a:r>
            <a:r>
              <a:rPr dirty="0" sz="2800" spc="-70" i="1">
                <a:solidFill>
                  <a:srgbClr val="585858"/>
                </a:solidFill>
                <a:latin typeface="Trebuchet MS"/>
                <a:cs typeface="Trebuchet MS"/>
              </a:rPr>
              <a:t>mundo </a:t>
            </a:r>
            <a:r>
              <a:rPr dirty="0" sz="2800" spc="-75" i="1">
                <a:solidFill>
                  <a:srgbClr val="585858"/>
                </a:solidFill>
                <a:latin typeface="Trebuchet MS"/>
                <a:cs typeface="Trebuchet MS"/>
              </a:rPr>
              <a:t>de </a:t>
            </a:r>
            <a:r>
              <a:rPr dirty="0" sz="2800" spc="55" i="1">
                <a:solidFill>
                  <a:srgbClr val="585858"/>
                </a:solidFill>
                <a:latin typeface="Trebuchet MS"/>
                <a:cs typeface="Trebuchet MS"/>
              </a:rPr>
              <a:t>suas </a:t>
            </a:r>
            <a:r>
              <a:rPr dirty="0" sz="2800" spc="-45" i="1">
                <a:solidFill>
                  <a:srgbClr val="585858"/>
                </a:solidFill>
                <a:latin typeface="Trebuchet MS"/>
                <a:cs typeface="Trebuchet MS"/>
              </a:rPr>
              <a:t>relações </a:t>
            </a:r>
            <a:r>
              <a:rPr dirty="0" sz="2800" spc="-830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spc="5" i="1">
                <a:solidFill>
                  <a:srgbClr val="585858"/>
                </a:solidFill>
                <a:latin typeface="Trebuchet MS"/>
                <a:cs typeface="Trebuchet MS"/>
              </a:rPr>
              <a:t>com</a:t>
            </a:r>
            <a:r>
              <a:rPr dirty="0" sz="2800" spc="-300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spc="75" i="1">
                <a:solidFill>
                  <a:srgbClr val="585858"/>
                </a:solidFill>
                <a:latin typeface="Trebuchet MS"/>
                <a:cs typeface="Trebuchet MS"/>
              </a:rPr>
              <a:t>o</a:t>
            </a:r>
            <a:r>
              <a:rPr dirty="0" sz="2800" spc="60" i="1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2800" spc="-305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spc="-95" i="1">
                <a:solidFill>
                  <a:srgbClr val="585858"/>
                </a:solidFill>
                <a:latin typeface="Trebuchet MS"/>
                <a:cs typeface="Trebuchet MS"/>
              </a:rPr>
              <a:t>div</a:t>
            </a:r>
            <a:r>
              <a:rPr dirty="0" sz="2800" spc="-125" i="1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2800" spc="35" i="1">
                <a:solidFill>
                  <a:srgbClr val="585858"/>
                </a:solidFill>
                <a:latin typeface="Trebuchet MS"/>
                <a:cs typeface="Trebuchet MS"/>
              </a:rPr>
              <a:t>rsos</a:t>
            </a:r>
            <a:r>
              <a:rPr dirty="0" sz="2800" spc="-280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spc="-55" i="1">
                <a:solidFill>
                  <a:srgbClr val="585858"/>
                </a:solidFill>
                <a:latin typeface="Trebuchet MS"/>
                <a:cs typeface="Trebuchet MS"/>
              </a:rPr>
              <a:t>públicos</a:t>
            </a:r>
            <a:r>
              <a:rPr dirty="0" sz="2800" spc="-295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spc="-60" i="1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2800" spc="-300" i="1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2800" spc="-25" i="1">
                <a:solidFill>
                  <a:srgbClr val="585858"/>
                </a:solidFill>
                <a:latin typeface="Trebuchet MS"/>
                <a:cs typeface="Trebuchet MS"/>
              </a:rPr>
              <a:t>stak</a:t>
            </a:r>
            <a:r>
              <a:rPr dirty="0" sz="2800" spc="-45" i="1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2800" spc="-105" i="1">
                <a:solidFill>
                  <a:srgbClr val="585858"/>
                </a:solidFill>
                <a:latin typeface="Trebuchet MS"/>
                <a:cs typeface="Trebuchet MS"/>
              </a:rPr>
              <a:t>hold</a:t>
            </a:r>
            <a:r>
              <a:rPr dirty="0" sz="2800" spc="-125" i="1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2800" spc="-5" i="1">
                <a:solidFill>
                  <a:srgbClr val="585858"/>
                </a:solidFill>
                <a:latin typeface="Trebuchet MS"/>
                <a:cs typeface="Trebuchet MS"/>
              </a:rPr>
              <a:t>r</a:t>
            </a:r>
            <a:r>
              <a:rPr dirty="0" sz="2800" spc="-10" i="1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2800" spc="-275" i="1">
                <a:solidFill>
                  <a:srgbClr val="585858"/>
                </a:solidFill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2800" spc="-130" b="1">
                <a:latin typeface="Tahoma"/>
                <a:cs typeface="Tahoma"/>
              </a:rPr>
              <a:t>S</a:t>
            </a:r>
            <a:r>
              <a:rPr dirty="0" sz="2800" spc="-80" b="1">
                <a:latin typeface="Tahoma"/>
                <a:cs typeface="Tahoma"/>
              </a:rPr>
              <a:t>t</a:t>
            </a:r>
            <a:r>
              <a:rPr dirty="0" sz="2800" spc="-200" b="1">
                <a:latin typeface="Tahoma"/>
                <a:cs typeface="Tahoma"/>
              </a:rPr>
              <a:t>ake</a:t>
            </a:r>
            <a:r>
              <a:rPr dirty="0" sz="2800" spc="-225" b="1">
                <a:latin typeface="Tahoma"/>
                <a:cs typeface="Tahoma"/>
              </a:rPr>
              <a:t>h</a:t>
            </a:r>
            <a:r>
              <a:rPr dirty="0" sz="2800" spc="-140" b="1">
                <a:latin typeface="Tahoma"/>
                <a:cs typeface="Tahoma"/>
              </a:rPr>
              <a:t>olders</a:t>
            </a:r>
            <a:r>
              <a:rPr dirty="0" sz="2800" spc="-250" b="1">
                <a:latin typeface="Tahoma"/>
                <a:cs typeface="Tahoma"/>
              </a:rPr>
              <a:t> </a:t>
            </a:r>
            <a:r>
              <a:rPr dirty="0" sz="2800" spc="-155" b="1">
                <a:latin typeface="Tahoma"/>
                <a:cs typeface="Tahoma"/>
              </a:rPr>
              <a:t>X</a:t>
            </a:r>
            <a:r>
              <a:rPr dirty="0" sz="2800" spc="-265" b="1">
                <a:latin typeface="Tahoma"/>
                <a:cs typeface="Tahoma"/>
              </a:rPr>
              <a:t> </a:t>
            </a:r>
            <a:r>
              <a:rPr dirty="0" sz="2800" spc="-80" b="1">
                <a:latin typeface="Tahoma"/>
                <a:cs typeface="Tahoma"/>
              </a:rPr>
              <a:t>s</a:t>
            </a:r>
            <a:r>
              <a:rPr dirty="0" sz="2800" spc="-60" b="1">
                <a:latin typeface="Tahoma"/>
                <a:cs typeface="Tahoma"/>
              </a:rPr>
              <a:t>t</a:t>
            </a:r>
            <a:r>
              <a:rPr dirty="0" sz="2800" spc="-200" b="1">
                <a:latin typeface="Tahoma"/>
                <a:cs typeface="Tahoma"/>
              </a:rPr>
              <a:t>ake</a:t>
            </a:r>
            <a:r>
              <a:rPr dirty="0" sz="2800" spc="-225" b="1">
                <a:latin typeface="Tahoma"/>
                <a:cs typeface="Tahoma"/>
              </a:rPr>
              <a:t>h</a:t>
            </a:r>
            <a:r>
              <a:rPr dirty="0" sz="2800" spc="-140" b="1">
                <a:latin typeface="Tahoma"/>
                <a:cs typeface="Tahoma"/>
              </a:rPr>
              <a:t>olders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248" y="737362"/>
            <a:ext cx="774255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90"/>
              <a:t>PON</a:t>
            </a:r>
            <a:r>
              <a:rPr dirty="0" spc="-235"/>
              <a:t>T</a:t>
            </a:r>
            <a:r>
              <a:rPr dirty="0" spc="-305"/>
              <a:t>OS</a:t>
            </a:r>
            <a:r>
              <a:rPr dirty="0" spc="-345"/>
              <a:t> </a:t>
            </a:r>
            <a:r>
              <a:rPr dirty="0" spc="-375"/>
              <a:t>PRI</a:t>
            </a:r>
            <a:r>
              <a:rPr dirty="0" spc="-459"/>
              <a:t>N</a:t>
            </a:r>
            <a:r>
              <a:rPr dirty="0" spc="-345"/>
              <a:t>CIPAIS</a:t>
            </a:r>
            <a:r>
              <a:rPr dirty="0" spc="-340"/>
              <a:t> </a:t>
            </a:r>
            <a:r>
              <a:rPr dirty="0" spc="-310"/>
              <a:t>ABORDADOS</a:t>
            </a:r>
            <a:r>
              <a:rPr dirty="0" spc="-330"/>
              <a:t> </a:t>
            </a:r>
            <a:r>
              <a:rPr dirty="0" spc="-220"/>
              <a:t>NA</a:t>
            </a:r>
            <a:r>
              <a:rPr dirty="0" spc="-310"/>
              <a:t> </a:t>
            </a:r>
            <a:r>
              <a:rPr dirty="0" spc="-140"/>
              <a:t>AULA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648" y="2567056"/>
            <a:ext cx="7249159" cy="1945639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775"/>
              </a:spcBef>
              <a:buClr>
                <a:srgbClr val="DC0984"/>
              </a:buClr>
              <a:buSzPct val="75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800" spc="-40">
                <a:solidFill>
                  <a:srgbClr val="585858"/>
                </a:solidFill>
                <a:latin typeface="Tahoma"/>
                <a:cs typeface="Tahoma"/>
              </a:rPr>
              <a:t>Origem</a:t>
            </a:r>
            <a:r>
              <a:rPr dirty="0" sz="2800" spc="-3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40">
                <a:solidFill>
                  <a:srgbClr val="585858"/>
                </a:solidFill>
                <a:latin typeface="Tahoma"/>
                <a:cs typeface="Tahoma"/>
              </a:rPr>
              <a:t>d</a:t>
            </a:r>
            <a:r>
              <a:rPr dirty="0" sz="2800" spc="-35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-45">
                <a:solidFill>
                  <a:srgbClr val="585858"/>
                </a:solidFill>
                <a:latin typeface="Tahoma"/>
                <a:cs typeface="Tahoma"/>
              </a:rPr>
              <a:t>Gover</a:t>
            </a:r>
            <a:r>
              <a:rPr dirty="0" sz="2800" spc="-40">
                <a:solidFill>
                  <a:srgbClr val="585858"/>
                </a:solidFill>
                <a:latin typeface="Tahoma"/>
                <a:cs typeface="Tahoma"/>
              </a:rPr>
              <a:t>n</a:t>
            </a:r>
            <a:r>
              <a:rPr dirty="0" sz="2800" spc="5">
                <a:solidFill>
                  <a:srgbClr val="585858"/>
                </a:solidFill>
                <a:latin typeface="Tahoma"/>
                <a:cs typeface="Tahoma"/>
              </a:rPr>
              <a:t>ança</a:t>
            </a:r>
            <a:endParaRPr sz="2800">
              <a:latin typeface="Tahoma"/>
              <a:cs typeface="Tahoma"/>
            </a:endParaRPr>
          </a:p>
          <a:p>
            <a:pPr marL="469900" indent="-457834">
              <a:lnSpc>
                <a:spcPct val="100000"/>
              </a:lnSpc>
              <a:spcBef>
                <a:spcPts val="1680"/>
              </a:spcBef>
              <a:buClr>
                <a:srgbClr val="DC0984"/>
              </a:buClr>
              <a:buSzPct val="75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800" spc="30">
                <a:solidFill>
                  <a:srgbClr val="585858"/>
                </a:solidFill>
                <a:latin typeface="Tahoma"/>
                <a:cs typeface="Tahoma"/>
              </a:rPr>
              <a:t>Conc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e</a:t>
            </a:r>
            <a:r>
              <a:rPr dirty="0" sz="2800" spc="60">
                <a:solidFill>
                  <a:srgbClr val="585858"/>
                </a:solidFill>
                <a:latin typeface="Tahoma"/>
                <a:cs typeface="Tahoma"/>
              </a:rPr>
              <a:t>itos</a:t>
            </a:r>
            <a:r>
              <a:rPr dirty="0" sz="2800" spc="-2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e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Marcos</a:t>
            </a:r>
            <a:r>
              <a:rPr dirty="0" sz="2800" spc="-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585858"/>
                </a:solidFill>
                <a:latin typeface="Tahoma"/>
                <a:cs typeface="Tahoma"/>
              </a:rPr>
              <a:t>históri</a:t>
            </a:r>
            <a:r>
              <a:rPr dirty="0" sz="2800" spc="45">
                <a:solidFill>
                  <a:srgbClr val="585858"/>
                </a:solidFill>
                <a:latin typeface="Tahoma"/>
                <a:cs typeface="Tahoma"/>
              </a:rPr>
              <a:t>c</a:t>
            </a:r>
            <a:r>
              <a:rPr dirty="0" sz="2800" spc="50">
                <a:solidFill>
                  <a:srgbClr val="585858"/>
                </a:solidFill>
                <a:latin typeface="Tahoma"/>
                <a:cs typeface="Tahoma"/>
              </a:rPr>
              <a:t>os</a:t>
            </a:r>
            <a:endParaRPr sz="2800">
              <a:latin typeface="Tahoma"/>
              <a:cs typeface="Tahoma"/>
            </a:endParaRPr>
          </a:p>
          <a:p>
            <a:pPr marL="469900" indent="-457834">
              <a:lnSpc>
                <a:spcPct val="100000"/>
              </a:lnSpc>
              <a:spcBef>
                <a:spcPts val="1680"/>
              </a:spcBef>
              <a:buClr>
                <a:srgbClr val="DC0984"/>
              </a:buClr>
              <a:buSzPct val="75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800" spc="20">
                <a:solidFill>
                  <a:srgbClr val="585858"/>
                </a:solidFill>
                <a:latin typeface="Tahoma"/>
                <a:cs typeface="Tahoma"/>
              </a:rPr>
              <a:t>Capitalismo</a:t>
            </a:r>
            <a:r>
              <a:rPr dirty="0" sz="2800" spc="-2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585858"/>
                </a:solidFill>
                <a:latin typeface="Tahoma"/>
                <a:cs typeface="Tahoma"/>
              </a:rPr>
              <a:t>Consci</a:t>
            </a:r>
            <a:r>
              <a:rPr dirty="0" sz="2800" spc="30">
                <a:solidFill>
                  <a:srgbClr val="585858"/>
                </a:solidFill>
                <a:latin typeface="Tahoma"/>
                <a:cs typeface="Tahoma"/>
              </a:rPr>
              <a:t>e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nte</a:t>
            </a:r>
            <a:r>
              <a:rPr dirty="0" sz="2800" spc="-28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e</a:t>
            </a:r>
            <a:r>
              <a:rPr dirty="0" sz="2800" spc="-3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585858"/>
                </a:solidFill>
                <a:latin typeface="Tahoma"/>
                <a:cs typeface="Tahoma"/>
              </a:rPr>
              <a:t>seus</a:t>
            </a:r>
            <a:r>
              <a:rPr dirty="0" sz="2800" spc="-3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2800" spc="10">
                <a:solidFill>
                  <a:srgbClr val="585858"/>
                </a:solidFill>
                <a:latin typeface="Tahoma"/>
                <a:cs typeface="Tahoma"/>
              </a:rPr>
              <a:t>perso</a:t>
            </a:r>
            <a:r>
              <a:rPr dirty="0" sz="2800" spc="15">
                <a:solidFill>
                  <a:srgbClr val="585858"/>
                </a:solidFill>
                <a:latin typeface="Tahoma"/>
                <a:cs typeface="Tahoma"/>
              </a:rPr>
              <a:t>n</a:t>
            </a:r>
            <a:r>
              <a:rPr dirty="0" sz="2800" spc="-10">
                <a:solidFill>
                  <a:srgbClr val="585858"/>
                </a:solidFill>
                <a:latin typeface="Tahoma"/>
                <a:cs typeface="Tahoma"/>
              </a:rPr>
              <a:t>agens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dcterms:created xsi:type="dcterms:W3CDTF">2023-04-22T19:21:33Z</dcterms:created>
  <dcterms:modified xsi:type="dcterms:W3CDTF">2023-04-22T19:21:33Z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2023-04-22T00:00:00Z</vt:filetime>
  </property>
</Properties>
</file>